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>
      <p:cViewPr varScale="1">
        <p:scale>
          <a:sx n="94" d="100"/>
          <a:sy n="94" d="100"/>
        </p:scale>
        <p:origin x="3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AC492-7561-509F-18DF-58BB6B4B63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0F86B-FE39-21D4-C242-1A4369434F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07B8E-8AB2-0905-5268-10B73F25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76FF-F1AB-49C2-8D81-84540187751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59CF8-BA4E-B9E8-0F2C-34C7CD47A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A7384-4B34-F3E0-9168-80DD7218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501A-DD76-414F-89F0-210E020CA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3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AD57E-8794-09EF-9CAD-7168EDD85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D3F44-0CCF-2ACC-FBB3-4D67B1E41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69666-8A3D-DF51-96B5-172D369BB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76FF-F1AB-49C2-8D81-84540187751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10667-C54C-1F13-F406-158063509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90AE2-4C76-C859-D601-684D44068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501A-DD76-414F-89F0-210E020CA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85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8800C-0238-DF7E-B3A4-D14A29AD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1AE95-D109-D7B7-C0B0-847EBBE54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676E9-B6D2-DD4A-E3DA-A38255BE9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76FF-F1AB-49C2-8D81-84540187751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651D0-FBF6-DDF4-9DA9-AD40C3535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FD25A-F85B-5B63-3DEF-334B72BE1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501A-DD76-414F-89F0-210E020CA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670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CE7A6-C698-E967-8E79-D0DB19EA6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DB9D2-1F57-377A-42F7-6610905A06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61CF12-1CE4-71A4-8585-4190A3E83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CC154-EC9D-9630-6933-E9B7150FB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76FF-F1AB-49C2-8D81-84540187751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0C98D-DC08-30BC-DB2C-E644FACE5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FD23C-317E-64C0-559C-FAB7D4033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501A-DD76-414F-89F0-210E020CA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082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8B297-3F2A-6F78-2533-255A09B4F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7EF9E-FCE7-C203-184D-4498B6A72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9D7A0-7FA7-569A-3049-3A4264ABA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C3C5D1-2C30-C0B7-BC62-2D11C51B15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3CEC6-F0A4-E50F-C034-D6C2D2F8AA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5E769B-507E-7E05-EAE9-AD6D4FE7F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76FF-F1AB-49C2-8D81-84540187751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3504AF-DBED-585C-AAFC-F4D7A678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6D7FB0-FE3A-4D99-58C6-9AF136D5F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501A-DD76-414F-89F0-210E020CA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767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67176-467F-F350-CF9E-A597DA546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4F0769-4DAF-D6B6-B7E9-A5A1C6D0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76FF-F1AB-49C2-8D81-84540187751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53CF1-FFB3-4C51-EA6C-5AA798D5D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B3F882-E974-29E4-38A6-F28EB9C6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501A-DD76-414F-89F0-210E020CA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342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16C592-D1A1-3F69-C60B-FA45A923B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76FF-F1AB-49C2-8D81-84540187751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31CE62-31F7-4E4F-130F-AF16C48BE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EF37D-0555-726C-3D04-BAE3E7ECD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501A-DD76-414F-89F0-210E020CA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97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90042-E662-B897-4AE5-3025AD814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0BAC7-7A48-9F7B-361C-61DA31F1E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B2D11-67CF-ECA5-30D6-87DC2AB67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9A7D3-6237-BD43-4DA3-B8DE0835A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76FF-F1AB-49C2-8D81-84540187751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02F7E-1F4A-C933-1FB4-BFC15B3D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C221C-01FB-A24A-17C7-0999F10F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501A-DD76-414F-89F0-210E020CA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51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F6A91-DF32-7008-7FA4-0C561C380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46DEE0-C71B-19B8-DD8C-ED9D18DBAD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7C2410-5B5E-E32E-C09E-334F5D6BB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3266A-D139-34B4-E120-B4B7D04BB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76FF-F1AB-49C2-8D81-84540187751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1EA35-CD48-1EAC-F435-1EDA67E6B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D62B0-3231-DE1E-FC76-8DF316470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501A-DD76-414F-89F0-210E020CA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389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5EA3-065C-09D4-0BA0-17CB5F1FD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6BDB37-1C21-C7AD-8D31-D685769CF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6B4CF-3C5F-7432-DEE9-54683F584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76FF-F1AB-49C2-8D81-84540187751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AE1E0-9FEB-0499-2134-2C383324D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66158-4A38-F6A2-AE64-D6E51351A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501A-DD76-414F-89F0-210E020CA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78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60C188-B540-58B5-27F1-52238AAA9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CE8979-2FEC-13AB-6809-0F40F380F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8F9F-BD2C-0555-1198-FA791F95C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76FF-F1AB-49C2-8D81-84540187751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4A086-EEE6-F40A-BD0C-99C6FDCC3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CCF44-0609-E619-E98E-C59B1CA32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501A-DD76-414F-89F0-210E020CA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087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D9E666-2E08-A196-8BEF-160488393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FE822-2A89-17D0-2688-7ACF331B3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53ACF-0A0C-B570-B41A-D0C7CE9449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A76FF-F1AB-49C2-8D81-84540187751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0B90F-774D-064A-D861-D74D6734E4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A8E9E-FFF5-CC9E-11CF-17B4F6239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F501A-DD76-414F-89F0-210E020CA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2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BEB0A-956F-AA58-8EE2-92E35C47AC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M" sz="7200" b="1" dirty="0"/>
              <a:t>VALVULAR HEART DISEASE</a:t>
            </a:r>
            <a:endParaRPr lang="en-US" sz="7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202DA-6903-3D5F-569E-48BEE059E8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M" sz="3600" b="1" dirty="0"/>
              <a:t>PREPARED AND PRESENTED</a:t>
            </a:r>
          </a:p>
          <a:p>
            <a:r>
              <a:rPr lang="en-GM" sz="3600" b="1" dirty="0"/>
              <a:t>BY</a:t>
            </a:r>
          </a:p>
          <a:p>
            <a:r>
              <a:rPr lang="en-GM" sz="3600" b="1" dirty="0"/>
              <a:t>MR. MENDY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914927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A4565-ADB2-22FC-8C0B-14A4BD2D7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000" b="1" dirty="0"/>
              <a:t>DEFINITION</a:t>
            </a:r>
            <a:endParaRPr lang="en-US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654DE-5919-CDB2-41C3-16A1D1AE2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M" sz="4000" dirty="0"/>
              <a:t>Valvular heart disease occurs when one of the four valves in the heart fails to operate as usual.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22868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5C52D-8512-6B31-8445-58E30FD31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8000" b="1" dirty="0"/>
              <a:t>TYPES</a:t>
            </a:r>
            <a:endParaRPr lang="en-US" sz="8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6EA10-F58E-C326-A6E4-F5ACCDCA6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760" y="179514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GM" sz="3200" dirty="0"/>
              <a:t>There are three types of valvular heart disease:</a:t>
            </a:r>
          </a:p>
          <a:p>
            <a:r>
              <a:rPr lang="en-GM" sz="3200" b="1" dirty="0"/>
              <a:t>1. REGURGITATION</a:t>
            </a:r>
            <a:r>
              <a:rPr lang="en-GM" sz="3200" dirty="0"/>
              <a:t>: This occurs when the heart valve fails to close tightly, leading to backflow of blood.</a:t>
            </a:r>
          </a:p>
          <a:p>
            <a:r>
              <a:rPr lang="en-GM" sz="3200" b="1" dirty="0"/>
              <a:t>2. STENOSIS </a:t>
            </a:r>
            <a:r>
              <a:rPr lang="en-GM" sz="3200" dirty="0"/>
              <a:t>:This is when the heart valves are too </a:t>
            </a:r>
            <a:r>
              <a:rPr lang="en-GM" sz="3200"/>
              <a:t>small making </a:t>
            </a:r>
            <a:r>
              <a:rPr lang="en-GM" sz="3200" dirty="0"/>
              <a:t>it hard for blood to pass through the heart and force the heart to work harder to pump the blood.</a:t>
            </a:r>
          </a:p>
          <a:p>
            <a:r>
              <a:rPr lang="en-GM" sz="3200" b="1" dirty="0"/>
              <a:t>3. ATRESIA: </a:t>
            </a:r>
            <a:r>
              <a:rPr lang="en-GM" sz="3200" dirty="0"/>
              <a:t>This means that a  heart valve has no opening at all. </a:t>
            </a:r>
            <a:r>
              <a:rPr lang="en-US" sz="3200" dirty="0"/>
              <a:t>I</a:t>
            </a:r>
            <a:r>
              <a:rPr lang="en-GM" sz="3200" dirty="0" err="1"/>
              <a:t>nstead</a:t>
            </a:r>
            <a:r>
              <a:rPr lang="en-GM" sz="3200" dirty="0"/>
              <a:t>, a solid tissue forms that blocks blood flow. </a:t>
            </a:r>
            <a:r>
              <a:rPr lang="en-US" sz="3200" dirty="0"/>
              <a:t>I</a:t>
            </a:r>
            <a:r>
              <a:rPr lang="en-GM" sz="3200" dirty="0"/>
              <a:t>t is usually present at birth but can rarely develop later in life. The two main types are pulmonary and tricuspid atresia.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18568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FF6E-D7C2-111D-2DD0-740197CF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600" b="1" dirty="0"/>
              <a:t>SIGNS AND SYMPTOMS</a:t>
            </a:r>
            <a:endParaRPr lang="en-US" sz="6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2FE1C-F29B-67D6-F7E6-4510F50FC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M" sz="4400" dirty="0" err="1"/>
              <a:t>Dyspnea</a:t>
            </a:r>
            <a:endParaRPr lang="en-GM" sz="4400" dirty="0"/>
          </a:p>
          <a:p>
            <a:r>
              <a:rPr lang="en-US" sz="4400" dirty="0"/>
              <a:t>C</a:t>
            </a:r>
            <a:r>
              <a:rPr lang="en-GM" sz="4400" dirty="0" err="1"/>
              <a:t>hest</a:t>
            </a:r>
            <a:r>
              <a:rPr lang="en-GM" sz="4400" dirty="0"/>
              <a:t> pain</a:t>
            </a:r>
          </a:p>
          <a:p>
            <a:r>
              <a:rPr lang="en-US" sz="4400" dirty="0"/>
              <a:t>D</a:t>
            </a:r>
            <a:r>
              <a:rPr lang="en-GM" sz="4400" dirty="0" err="1"/>
              <a:t>izziness</a:t>
            </a:r>
            <a:endParaRPr lang="en-GM" sz="4400" dirty="0"/>
          </a:p>
          <a:p>
            <a:r>
              <a:rPr lang="en-US" sz="4400" dirty="0"/>
              <a:t>F</a:t>
            </a:r>
            <a:r>
              <a:rPr lang="en-GM" sz="4400" dirty="0" err="1"/>
              <a:t>atigue</a:t>
            </a:r>
            <a:endParaRPr lang="en-GM" sz="4400" dirty="0"/>
          </a:p>
          <a:p>
            <a:r>
              <a:rPr lang="en-US" sz="4400" dirty="0"/>
              <a:t>H</a:t>
            </a:r>
            <a:r>
              <a:rPr lang="en-GM" sz="4400" dirty="0" err="1"/>
              <a:t>eart</a:t>
            </a:r>
            <a:r>
              <a:rPr lang="en-GM" sz="4400" dirty="0"/>
              <a:t> murmurs</a:t>
            </a:r>
          </a:p>
          <a:p>
            <a:r>
              <a:rPr lang="en-US" sz="4400" dirty="0"/>
              <a:t>S</a:t>
            </a:r>
            <a:r>
              <a:rPr lang="en-GM" sz="4400" dirty="0"/>
              <a:t>welling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771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BB539-573B-2619-379F-725BB3A7C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8000" b="1" dirty="0"/>
              <a:t>CAUSES</a:t>
            </a:r>
            <a:endParaRPr lang="en-US" sz="8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51866-95B6-93DC-52BD-B816546AC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M" sz="3600" dirty="0"/>
              <a:t>Congenital heart defect</a:t>
            </a:r>
          </a:p>
          <a:p>
            <a:r>
              <a:rPr lang="en-US" sz="3600" dirty="0"/>
              <a:t>E</a:t>
            </a:r>
            <a:r>
              <a:rPr lang="en-GM" sz="3600" dirty="0" err="1"/>
              <a:t>arly</a:t>
            </a:r>
            <a:r>
              <a:rPr lang="en-GM" sz="3600" dirty="0"/>
              <a:t> coronary  heart disease</a:t>
            </a:r>
          </a:p>
          <a:p>
            <a:r>
              <a:rPr lang="en-US" sz="3600" dirty="0"/>
              <a:t>R</a:t>
            </a:r>
            <a:r>
              <a:rPr lang="en-GM" sz="3600" dirty="0"/>
              <a:t>adiation</a:t>
            </a:r>
          </a:p>
          <a:p>
            <a:r>
              <a:rPr lang="en-US" sz="3600" dirty="0"/>
              <a:t>S</a:t>
            </a:r>
            <a:r>
              <a:rPr lang="en-GM" sz="3600" dirty="0" err="1"/>
              <a:t>moking</a:t>
            </a:r>
            <a:endParaRPr lang="en-GM" sz="3600" dirty="0"/>
          </a:p>
          <a:p>
            <a:r>
              <a:rPr lang="en-US" sz="3600" dirty="0"/>
              <a:t>H</a:t>
            </a:r>
            <a:r>
              <a:rPr lang="en-GM" sz="3600" dirty="0" err="1"/>
              <a:t>ypertension</a:t>
            </a:r>
            <a:endParaRPr lang="en-GM" sz="3600" dirty="0"/>
          </a:p>
          <a:p>
            <a:r>
              <a:rPr lang="en-US" sz="3600" dirty="0"/>
              <a:t>D</a:t>
            </a:r>
            <a:r>
              <a:rPr lang="en-GM" sz="3600" dirty="0" err="1"/>
              <a:t>iabetes</a:t>
            </a:r>
            <a:endParaRPr lang="en-GM" sz="3600" dirty="0"/>
          </a:p>
          <a:p>
            <a:r>
              <a:rPr lang="en-GM" sz="3600" dirty="0"/>
              <a:t>lupus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79772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CC5A4-010B-526A-1119-7E2C741D1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000" b="1" dirty="0"/>
              <a:t>DIAGNOSTIC TESTS</a:t>
            </a:r>
            <a:endParaRPr lang="en-US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19064-2638-C5EB-E209-960B6A8B7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M" sz="4400" dirty="0"/>
              <a:t>History taking</a:t>
            </a:r>
          </a:p>
          <a:p>
            <a:r>
              <a:rPr lang="en-US" sz="4400" dirty="0"/>
              <a:t>P</a:t>
            </a:r>
            <a:r>
              <a:rPr lang="en-GM" sz="4400" dirty="0" err="1"/>
              <a:t>hysical</a:t>
            </a:r>
            <a:r>
              <a:rPr lang="en-GM" sz="4400" dirty="0"/>
              <a:t> examination</a:t>
            </a:r>
          </a:p>
          <a:p>
            <a:r>
              <a:rPr lang="en-GM" sz="4400" dirty="0" err="1"/>
              <a:t>Ecocardiogram</a:t>
            </a:r>
            <a:endParaRPr lang="en-GM" sz="4400" dirty="0"/>
          </a:p>
          <a:p>
            <a:r>
              <a:rPr lang="en-US" sz="4400" dirty="0"/>
              <a:t>C</a:t>
            </a:r>
            <a:r>
              <a:rPr lang="en-GM" sz="4400" dirty="0" err="1"/>
              <a:t>hest</a:t>
            </a:r>
            <a:r>
              <a:rPr lang="en-GM" sz="4400" dirty="0"/>
              <a:t> x-ray</a:t>
            </a:r>
          </a:p>
          <a:p>
            <a:r>
              <a:rPr lang="en-US" sz="4400" dirty="0"/>
              <a:t>E</a:t>
            </a:r>
            <a:r>
              <a:rPr lang="en-GM" sz="4400" dirty="0" err="1"/>
              <a:t>lectrocardiogram</a:t>
            </a:r>
            <a:endParaRPr lang="en-GM" sz="4400" dirty="0"/>
          </a:p>
          <a:p>
            <a:r>
              <a:rPr lang="en-GM" sz="4400" dirty="0"/>
              <a:t>MRI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030335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354F4-4DA8-6828-BF18-AB75AF1B5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000" b="1" dirty="0"/>
              <a:t>MANAGEMENT</a:t>
            </a:r>
            <a:endParaRPr lang="en-US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5EBF0-AF9C-99E3-E63C-5DFAB2330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M" sz="3600" dirty="0"/>
              <a:t>Heart valve disease treatments depends on the cause and may include:</a:t>
            </a:r>
          </a:p>
          <a:p>
            <a:r>
              <a:rPr lang="en-GM" sz="3600" dirty="0"/>
              <a:t>Protecting the valve from further damage</a:t>
            </a:r>
          </a:p>
          <a:p>
            <a:r>
              <a:rPr lang="en-US" sz="3600" dirty="0"/>
              <a:t>T</a:t>
            </a:r>
            <a:r>
              <a:rPr lang="en-GM" sz="3600" dirty="0" err="1"/>
              <a:t>aking</a:t>
            </a:r>
            <a:r>
              <a:rPr lang="en-GM" sz="3600" dirty="0"/>
              <a:t> medications</a:t>
            </a:r>
          </a:p>
          <a:p>
            <a:r>
              <a:rPr lang="en-US" sz="3600" dirty="0"/>
              <a:t>S</a:t>
            </a:r>
            <a:r>
              <a:rPr lang="en-GM" sz="3600" dirty="0" err="1"/>
              <a:t>urgery</a:t>
            </a:r>
            <a:r>
              <a:rPr lang="en-GM" sz="3600" dirty="0"/>
              <a:t> or invasive procedures if necessary</a:t>
            </a:r>
          </a:p>
          <a:p>
            <a:r>
              <a:rPr lang="en-GM" sz="3600" b="1" dirty="0"/>
              <a:t>MEDICATIONS</a:t>
            </a:r>
          </a:p>
          <a:p>
            <a:r>
              <a:rPr lang="en-GM" sz="3600" dirty="0"/>
              <a:t>Although, medicines cannot cure heart valve disease, they and healthy lifestyle can help with symptoms and decrease your chances of having a stroke or cardiac arrest.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20638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E8B29-0CE4-9EF5-B9B5-A9F6B098A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000" b="1" dirty="0"/>
              <a:t>MANAGEMENT CONT’S....</a:t>
            </a:r>
            <a:endParaRPr lang="en-US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AEB19-5DCF-C934-2F2D-1BAED5DCC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M" sz="3600" dirty="0"/>
              <a:t>The medications use for this treatment are:</a:t>
            </a:r>
          </a:p>
          <a:p>
            <a:r>
              <a:rPr lang="en-US" sz="3600" dirty="0"/>
              <a:t>A</a:t>
            </a:r>
            <a:r>
              <a:rPr lang="en-GM" sz="3600" dirty="0" err="1"/>
              <a:t>nti</a:t>
            </a:r>
            <a:r>
              <a:rPr lang="en-GM" sz="3600" dirty="0"/>
              <a:t> hypertensives or </a:t>
            </a:r>
            <a:r>
              <a:rPr lang="en-GM" sz="3600" dirty="0" err="1"/>
              <a:t>cholesteterol</a:t>
            </a:r>
            <a:r>
              <a:rPr lang="en-GM" sz="3600" dirty="0"/>
              <a:t> medicines.</a:t>
            </a:r>
          </a:p>
          <a:p>
            <a:r>
              <a:rPr lang="en-GM" sz="3600" b="1" dirty="0"/>
              <a:t>SURGICAL REPAIMENT</a:t>
            </a:r>
          </a:p>
          <a:p>
            <a:r>
              <a:rPr lang="en-US" sz="3600" dirty="0"/>
              <a:t>S</a:t>
            </a:r>
            <a:r>
              <a:rPr lang="en-GM" sz="3600" dirty="0" err="1"/>
              <a:t>uregry</a:t>
            </a:r>
            <a:r>
              <a:rPr lang="en-GM" sz="3600" dirty="0"/>
              <a:t> is required most especially with infants who have congenital valve issues. </a:t>
            </a:r>
            <a:r>
              <a:rPr lang="en-US" sz="3600" dirty="0"/>
              <a:t>U</a:t>
            </a:r>
            <a:r>
              <a:rPr lang="en-GM" sz="3600" dirty="0" err="1"/>
              <a:t>sually</a:t>
            </a:r>
            <a:r>
              <a:rPr lang="en-GM" sz="3600" dirty="0"/>
              <a:t>, the surgeon cardiologist will know which treatment will be best before surgery day. </a:t>
            </a:r>
          </a:p>
          <a:p>
            <a:r>
              <a:rPr lang="en-US" sz="3600" dirty="0"/>
              <a:t>O</a:t>
            </a:r>
            <a:r>
              <a:rPr lang="en-GM" sz="3600" dirty="0" err="1"/>
              <a:t>ften</a:t>
            </a:r>
            <a:r>
              <a:rPr lang="en-GM" sz="3600" dirty="0"/>
              <a:t>, the health providers may combine valve surgery with other procedures like bypass to fully treat the problem.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74435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C742D-74EE-B6EE-014D-F4BC3AF38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000" b="1" dirty="0"/>
              <a:t>NURSING MANAGEMENT</a:t>
            </a:r>
            <a:endParaRPr lang="en-US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19880-75E9-9D69-E75D-EBAFF6CCC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R</a:t>
            </a:r>
            <a:r>
              <a:rPr lang="en-GM" sz="3600" dirty="0" err="1"/>
              <a:t>eassure</a:t>
            </a:r>
            <a:r>
              <a:rPr lang="en-GM" sz="3600" dirty="0"/>
              <a:t> the patient and family</a:t>
            </a:r>
          </a:p>
          <a:p>
            <a:r>
              <a:rPr lang="en-US" sz="3600" dirty="0"/>
              <a:t>M</a:t>
            </a:r>
            <a:r>
              <a:rPr lang="en-GM" sz="3600" dirty="0" err="1"/>
              <a:t>onitor</a:t>
            </a:r>
            <a:r>
              <a:rPr lang="en-GM" sz="3600" dirty="0"/>
              <a:t> vital signs</a:t>
            </a:r>
          </a:p>
          <a:p>
            <a:r>
              <a:rPr lang="en-GM" sz="3600" dirty="0"/>
              <a:t>Monitor the input and output</a:t>
            </a:r>
          </a:p>
          <a:p>
            <a:r>
              <a:rPr lang="en-US" sz="3600" dirty="0"/>
              <a:t>A</a:t>
            </a:r>
            <a:r>
              <a:rPr lang="en-GM" sz="3600" dirty="0" err="1"/>
              <a:t>ssess</a:t>
            </a:r>
            <a:r>
              <a:rPr lang="en-GM" sz="3600" dirty="0"/>
              <a:t> for signs of </a:t>
            </a:r>
            <a:r>
              <a:rPr lang="en-GM" sz="3600" dirty="0" err="1"/>
              <a:t>edema</a:t>
            </a:r>
            <a:endParaRPr lang="en-GM" sz="3600" dirty="0"/>
          </a:p>
          <a:p>
            <a:r>
              <a:rPr lang="en-US" sz="3600" dirty="0"/>
              <a:t>A</a:t>
            </a:r>
            <a:r>
              <a:rPr lang="en-GM" sz="3600" dirty="0" err="1"/>
              <a:t>dminister</a:t>
            </a:r>
            <a:r>
              <a:rPr lang="en-GM" sz="3600" dirty="0"/>
              <a:t> prescribe medications</a:t>
            </a:r>
          </a:p>
          <a:p>
            <a:r>
              <a:rPr lang="en-US" sz="3600" dirty="0"/>
              <a:t>H</a:t>
            </a:r>
            <a:r>
              <a:rPr lang="en-GM" sz="3600" dirty="0" err="1"/>
              <a:t>ealth</a:t>
            </a:r>
            <a:r>
              <a:rPr lang="en-GM" sz="3600" dirty="0"/>
              <a:t> educate the </a:t>
            </a:r>
            <a:r>
              <a:rPr lang="en-GM" sz="3600" dirty="0" err="1"/>
              <a:t>the</a:t>
            </a:r>
            <a:r>
              <a:rPr lang="en-GM" sz="3600" dirty="0"/>
              <a:t> patient and the family</a:t>
            </a:r>
          </a:p>
          <a:p>
            <a:r>
              <a:rPr lang="en-US" sz="3600" dirty="0"/>
              <a:t>P</a:t>
            </a:r>
            <a:r>
              <a:rPr lang="en-GM" sz="3600" dirty="0" err="1"/>
              <a:t>rovide</a:t>
            </a:r>
            <a:r>
              <a:rPr lang="en-GM" sz="3600" dirty="0"/>
              <a:t> pre and post operative care in case of surgery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831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BD7-FBA1-5B46-F670-000197B9F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7200" b="1" dirty="0"/>
              <a:t>PREVENTION</a:t>
            </a:r>
            <a:endParaRPr lang="en-US" sz="7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9683C-8BF6-C4CE-FE7A-733071534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M" sz="4000" dirty="0"/>
              <a:t>Being physically active</a:t>
            </a:r>
          </a:p>
          <a:p>
            <a:r>
              <a:rPr lang="en-US" sz="4000" dirty="0"/>
              <a:t>E</a:t>
            </a:r>
            <a:r>
              <a:rPr lang="en-GM" sz="4000" dirty="0" err="1"/>
              <a:t>ating</a:t>
            </a:r>
            <a:r>
              <a:rPr lang="en-GM" sz="4000" dirty="0"/>
              <a:t> healthy diet</a:t>
            </a:r>
          </a:p>
          <a:p>
            <a:r>
              <a:rPr lang="en-US" sz="4000" dirty="0"/>
              <a:t>W</a:t>
            </a:r>
            <a:r>
              <a:rPr lang="en-GM" sz="4000" dirty="0"/>
              <a:t>eight control</a:t>
            </a:r>
          </a:p>
          <a:p>
            <a:r>
              <a:rPr lang="en-US" sz="4000" dirty="0"/>
              <a:t>C</a:t>
            </a:r>
            <a:r>
              <a:rPr lang="en-GM" sz="4000" dirty="0" err="1"/>
              <a:t>onstant</a:t>
            </a:r>
            <a:r>
              <a:rPr lang="en-GM" sz="4000" dirty="0"/>
              <a:t> taking of the hypertensive and cholesterol medications if one have the heart valve problem</a:t>
            </a:r>
          </a:p>
          <a:p>
            <a:r>
              <a:rPr lang="en-US" sz="4000" dirty="0"/>
              <a:t>A</a:t>
            </a:r>
            <a:r>
              <a:rPr lang="en-GM" sz="4000" dirty="0"/>
              <a:t>void smoking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895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99FE3-F9F2-8EC1-92E3-C6BE38B9E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7200" b="1" dirty="0"/>
              <a:t>COMPLICATIONS</a:t>
            </a:r>
            <a:endParaRPr lang="en-US" sz="7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9FD2F-0C4D-4A74-23B0-96DA59428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M" sz="4000" dirty="0"/>
              <a:t>Heart failure</a:t>
            </a:r>
          </a:p>
          <a:p>
            <a:r>
              <a:rPr lang="en-US" sz="4000" dirty="0"/>
              <a:t>A</a:t>
            </a:r>
            <a:r>
              <a:rPr lang="en-GM" sz="4000" dirty="0" err="1"/>
              <a:t>bnormal</a:t>
            </a:r>
            <a:r>
              <a:rPr lang="en-GM" sz="4000" dirty="0"/>
              <a:t> heart rhythms (arrhythmia)</a:t>
            </a:r>
          </a:p>
          <a:p>
            <a:r>
              <a:rPr lang="en-US" sz="4000" dirty="0"/>
              <a:t>B</a:t>
            </a:r>
            <a:r>
              <a:rPr lang="en-GM" sz="4000" dirty="0" err="1"/>
              <a:t>lood</a:t>
            </a:r>
            <a:r>
              <a:rPr lang="en-GM" sz="4000" dirty="0"/>
              <a:t> clots</a:t>
            </a:r>
          </a:p>
          <a:p>
            <a:r>
              <a:rPr lang="en-US" sz="4000" dirty="0"/>
              <a:t>P</a:t>
            </a:r>
            <a:r>
              <a:rPr lang="en-GM" sz="4000" dirty="0" err="1"/>
              <a:t>ulmonary</a:t>
            </a:r>
            <a:r>
              <a:rPr lang="en-GM" sz="4000" dirty="0"/>
              <a:t> hypertension</a:t>
            </a:r>
          </a:p>
          <a:p>
            <a:r>
              <a:rPr lang="en-US" sz="4000" dirty="0"/>
              <a:t>S</a:t>
            </a:r>
            <a:r>
              <a:rPr lang="en-GM" sz="4000" dirty="0" err="1"/>
              <a:t>troke</a:t>
            </a:r>
            <a:endParaRPr lang="en-GM" sz="4000" dirty="0"/>
          </a:p>
          <a:p>
            <a:r>
              <a:rPr lang="en-US" sz="4000" dirty="0"/>
              <a:t>C</a:t>
            </a:r>
            <a:r>
              <a:rPr lang="en-GM" sz="4000" dirty="0" err="1"/>
              <a:t>ardiac</a:t>
            </a:r>
            <a:r>
              <a:rPr lang="en-GM" sz="4000" dirty="0"/>
              <a:t> arrest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97340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CEC20-D361-117B-C9D4-AF949412B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M" sz="9600" b="1" dirty="0"/>
              <a:t>THE END</a:t>
            </a:r>
            <a:endParaRPr lang="en-US" sz="9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F33FA-96A4-D1A9-AB5D-BFCEF0728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M" sz="6000" b="1" dirty="0"/>
              <a:t>THANK YOU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602730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430</Words>
  <Application>Microsoft Office PowerPoint</Application>
  <PresentationFormat>Widescreen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VALVULAR HEART DISEASE</vt:lpstr>
      <vt:lpstr>DEFINITION</vt:lpstr>
      <vt:lpstr>TYPES</vt:lpstr>
      <vt:lpstr>SIGNS AND SYMPTOMS</vt:lpstr>
      <vt:lpstr>CAUSES</vt:lpstr>
      <vt:lpstr>DIAGNOSTIC TESTS</vt:lpstr>
      <vt:lpstr>MANAGEMENT</vt:lpstr>
      <vt:lpstr>MANAGEMENT CONT’S....</vt:lpstr>
      <vt:lpstr>NURSING MANAGEMENT</vt:lpstr>
      <vt:lpstr>PREVENTION</vt:lpstr>
      <vt:lpstr>COMPLICATIONS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albertmendy710@gmail.com</dc:creator>
  <cp:lastModifiedBy>Albert Mendy</cp:lastModifiedBy>
  <cp:revision>4</cp:revision>
  <dcterms:created xsi:type="dcterms:W3CDTF">2025-07-08T07:37:54Z</dcterms:created>
  <dcterms:modified xsi:type="dcterms:W3CDTF">2026-04-28T11:40:08Z</dcterms:modified>
</cp:coreProperties>
</file>