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75" r:id="rId2"/>
    <p:sldId id="256" r:id="rId3"/>
    <p:sldId id="257" r:id="rId4"/>
    <p:sldId id="258" r:id="rId5"/>
    <p:sldId id="259" r:id="rId6"/>
    <p:sldId id="260" r:id="rId7"/>
    <p:sldId id="261" r:id="rId8"/>
    <p:sldId id="262" r:id="rId9"/>
    <p:sldId id="276" r:id="rId10"/>
    <p:sldId id="263" r:id="rId11"/>
    <p:sldId id="265"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1" autoAdjust="0"/>
    <p:restoredTop sz="94660"/>
  </p:normalViewPr>
  <p:slideViewPr>
    <p:cSldViewPr snapToGrid="0">
      <p:cViewPr varScale="1">
        <p:scale>
          <a:sx n="59" d="100"/>
          <a:sy n="59" d="100"/>
        </p:scale>
        <p:origin x="964"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mbadad5@gmail.com" userId="9e7887653b7e8483" providerId="LiveId" clId="{6603540E-33A3-4746-8470-7EF44BEBF940}"/>
    <pc:docChg chg="modSld">
      <pc:chgData name="Dembadad5@gmail.com" userId="9e7887653b7e8483" providerId="LiveId" clId="{6603540E-33A3-4746-8470-7EF44BEBF940}" dt="2026-09-02T09:35:56.329" v="8"/>
      <pc:docMkLst>
        <pc:docMk/>
      </pc:docMkLst>
      <pc:sldChg chg="modSp mod">
        <pc:chgData name="Dembadad5@gmail.com" userId="9e7887653b7e8483" providerId="LiveId" clId="{6603540E-33A3-4746-8470-7EF44BEBF940}" dt="2026-09-02T09:25:55.875" v="0" actId="14100"/>
        <pc:sldMkLst>
          <pc:docMk/>
          <pc:sldMk cId="3052552717" sldId="256"/>
        </pc:sldMkLst>
        <pc:spChg chg="mod">
          <ac:chgData name="Dembadad5@gmail.com" userId="9e7887653b7e8483" providerId="LiveId" clId="{6603540E-33A3-4746-8470-7EF44BEBF940}" dt="2026-09-02T09:25:55.875" v="0" actId="14100"/>
          <ac:spMkLst>
            <pc:docMk/>
            <pc:sldMk cId="3052552717" sldId="256"/>
            <ac:spMk id="3" creationId="{9CEA77D7-7B11-A5F6-C556-D55E3CC8C412}"/>
          </ac:spMkLst>
        </pc:spChg>
      </pc:sldChg>
      <pc:sldChg chg="modTransition">
        <pc:chgData name="Dembadad5@gmail.com" userId="9e7887653b7e8483" providerId="LiveId" clId="{6603540E-33A3-4746-8470-7EF44BEBF940}" dt="2026-09-02T09:35:56.329" v="8"/>
        <pc:sldMkLst>
          <pc:docMk/>
          <pc:sldMk cId="2146149817" sldId="27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44A250-D3CD-4EB8-91DF-539ADE4D79BB}" type="datetimeFigureOut">
              <a:rPr lang="en-US" smtClean="0"/>
              <a:t>29-Sep-26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831908-9DA4-44D1-A2B6-DA0E4595C3CD}" type="slidenum">
              <a:rPr lang="en-US" smtClean="0"/>
              <a:t>‹#›</a:t>
            </a:fld>
            <a:endParaRPr lang="en-US"/>
          </a:p>
        </p:txBody>
      </p:sp>
    </p:spTree>
    <p:extLst>
      <p:ext uri="{BB962C8B-B14F-4D97-AF65-F5344CB8AC3E}">
        <p14:creationId xmlns:p14="http://schemas.microsoft.com/office/powerpoint/2010/main" val="2143987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0831908-9DA4-44D1-A2B6-DA0E4595C3CD}" type="slidenum">
              <a:rPr lang="en-US" smtClean="0"/>
              <a:t>6</a:t>
            </a:fld>
            <a:endParaRPr lang="en-US"/>
          </a:p>
        </p:txBody>
      </p:sp>
    </p:spTree>
    <p:extLst>
      <p:ext uri="{BB962C8B-B14F-4D97-AF65-F5344CB8AC3E}">
        <p14:creationId xmlns:p14="http://schemas.microsoft.com/office/powerpoint/2010/main" val="2535980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0831908-9DA4-44D1-A2B6-DA0E4595C3CD}" type="slidenum">
              <a:rPr lang="en-US" smtClean="0"/>
              <a:t>8</a:t>
            </a:fld>
            <a:endParaRPr lang="en-US"/>
          </a:p>
        </p:txBody>
      </p:sp>
    </p:spTree>
    <p:extLst>
      <p:ext uri="{BB962C8B-B14F-4D97-AF65-F5344CB8AC3E}">
        <p14:creationId xmlns:p14="http://schemas.microsoft.com/office/powerpoint/2010/main" val="20243823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939257"/>
            <a:ext cx="5898630" cy="480373"/>
          </a:xfrm>
        </p:spPr>
        <p:txBody>
          <a:bodyPr vert="horz" lIns="91440" tIns="45720" rIns="91440" bIns="45720" rtlCol="0" anchor="t">
            <a:normAutofit/>
          </a:bodyPr>
          <a:lstStyle>
            <a:lvl1pPr>
              <a:defRPr lang="en-US" dirty="0"/>
            </a:lvl1pPr>
          </a:lstStyle>
          <a:p>
            <a:pPr lvl="0"/>
            <a:r>
              <a:rPr lang="en-US"/>
              <a:t>Click to edit Master subtitle style</a:t>
            </a:r>
            <a:endParaRPr lang="en-US" dirty="0"/>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0" y="-1"/>
            <a:ext cx="12192000" cy="4784036"/>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205927" y="4939715"/>
            <a:ext cx="4420031" cy="479458"/>
          </a:xfrm>
        </p:spPr>
        <p:txBody>
          <a:bodyPr anchor="t"/>
          <a:lstStyle>
            <a:lvl1pPr>
              <a:defRPr sz="1400"/>
            </a:lvl1pPr>
          </a:lstStyle>
          <a:p>
            <a:endParaRPr lang="en-US"/>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62792" y="4939257"/>
            <a:ext cx="429207" cy="365125"/>
          </a:xfrm>
        </p:spPr>
        <p:txBody>
          <a:bodyPr/>
          <a:lstStyle/>
          <a:p>
            <a:fld id="{33FCC12D-D18B-4ADF-8523-D9CFD64A6F57}" type="slidenum">
              <a:rPr lang="en-US" smtClean="0"/>
              <a:t>‹#›</a:t>
            </a:fld>
            <a:endParaRPr lang="en-US"/>
          </a:p>
        </p:txBody>
      </p:sp>
      <p:pic>
        <p:nvPicPr>
          <p:cNvPr id="12" name="Graphic 11">
            <a:extLst>
              <a:ext uri="{FF2B5EF4-FFF2-40B4-BE49-F238E27FC236}">
                <a16:creationId xmlns:a16="http://schemas.microsoft.com/office/drawing/2014/main" id="{9001D668-DD9C-F5B4-B191-51BDD0B308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19847" y="5718869"/>
            <a:ext cx="5916168" cy="1143000"/>
          </a:xfrm>
        </p:spPr>
        <p:txBody>
          <a:bodyPr anchor="b">
            <a:normAutofit/>
          </a:bodyPr>
          <a:lstStyle>
            <a:lvl1pPr>
              <a:lnSpc>
                <a:spcPct val="60000"/>
              </a:lnSpc>
              <a:defRPr sz="5200"/>
            </a:lvl1pPr>
          </a:lstStyle>
          <a:p>
            <a:r>
              <a:rPr lang="en-US"/>
              <a:t>Click to edit Master title style</a:t>
            </a:r>
            <a:endParaRPr lang="en-US" dirty="0"/>
          </a:p>
        </p:txBody>
      </p:sp>
    </p:spTree>
    <p:extLst>
      <p:ext uri="{BB962C8B-B14F-4D97-AF65-F5344CB8AC3E}">
        <p14:creationId xmlns:p14="http://schemas.microsoft.com/office/powerpoint/2010/main" val="149006965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516249" y="1012175"/>
            <a:ext cx="11113008" cy="849793"/>
          </a:xfrm>
        </p:spPr>
        <p:txBody>
          <a:body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sz="quarter" idx="11"/>
          </p:nvPr>
        </p:nvSpPr>
        <p:spPr>
          <a:xfrm>
            <a:off x="542375" y="110364"/>
            <a:ext cx="5276852" cy="365125"/>
          </a:xfrm>
        </p:spPr>
        <p:txBody>
          <a:bodyPr/>
          <a:lstStyle/>
          <a:p>
            <a:endParaRPr lang="en-US"/>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sz="half" idx="10"/>
          </p:nvPr>
        </p:nvSpPr>
        <p:spPr/>
        <p:txBody>
          <a:bodyPr/>
          <a:lstStyle/>
          <a:p>
            <a:fld id="{28041092-F484-462C-B464-7F8ACEF06BCC}" type="datetimeFigureOut">
              <a:rPr lang="en-US" smtClean="0"/>
              <a:t>29-Sep-26</a:t>
            </a:fld>
            <a:endParaRPr lang="en-US"/>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sz="quarter" idx="12"/>
          </p:nvPr>
        </p:nvSpPr>
        <p:spPr>
          <a:xfrm>
            <a:off x="11123959" y="104649"/>
            <a:ext cx="429207" cy="365125"/>
          </a:xfrm>
        </p:spPr>
        <p:txBody>
          <a:bodyPr/>
          <a:lstStyle/>
          <a:p>
            <a:fld id="{33FCC12D-D18B-4ADF-8523-D9CFD64A6F57}" type="slidenum">
              <a:rPr lang="en-US" smtClean="0"/>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9496" y="2115542"/>
            <a:ext cx="11013670" cy="4451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08223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57214"/>
            <a:ext cx="4206240" cy="1380744"/>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00" y="0"/>
            <a:ext cx="6096000" cy="6858000"/>
          </a:xfrm>
          <a:blipFill>
            <a:blip r:embed="rId2">
              <a:alphaModFix amt="70000"/>
            </a:blip>
            <a:stretch>
              <a:fillRect/>
            </a:stretch>
          </a:blipFill>
        </p:spPr>
        <p:txBody>
          <a:bodyPr/>
          <a:lstStyle>
            <a:lvl1pPr>
              <a:defRPr/>
            </a:lvl1pPr>
          </a:lstStyle>
          <a:p>
            <a:r>
              <a:rPr lang="en-US" dirty="0"/>
              <a:t> </a:t>
            </a:r>
          </a:p>
        </p:txBody>
      </p:sp>
      <p:sp>
        <p:nvSpPr>
          <p:cNvPr id="4" name="Title 3">
            <a:extLst>
              <a:ext uri="{FF2B5EF4-FFF2-40B4-BE49-F238E27FC236}">
                <a16:creationId xmlns:a16="http://schemas.microsoft.com/office/drawing/2014/main" id="{E9134185-2980-312E-60AF-F360D16FB9EB}"/>
              </a:ext>
            </a:extLst>
          </p:cNvPr>
          <p:cNvSpPr>
            <a:spLocks noGrp="1"/>
          </p:cNvSpPr>
          <p:nvPr>
            <p:ph type="title"/>
          </p:nvPr>
        </p:nvSpPr>
        <p:spPr>
          <a:xfrm>
            <a:off x="-18288" y="81290"/>
            <a:ext cx="4654296" cy="3739896"/>
          </a:xfrm>
        </p:spPr>
        <p:txBody>
          <a:bodyPr/>
          <a:lstStyle/>
          <a:p>
            <a:r>
              <a:rPr lang="en-US"/>
              <a:t>Click to edit Master title style</a:t>
            </a:r>
            <a:endParaRPr lang="en-US" dirty="0"/>
          </a:p>
        </p:txBody>
      </p:sp>
    </p:spTree>
    <p:extLst>
      <p:ext uri="{BB962C8B-B14F-4D97-AF65-F5344CB8AC3E}">
        <p14:creationId xmlns:p14="http://schemas.microsoft.com/office/powerpoint/2010/main" val="17125509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174463"/>
            <a:ext cx="5891134" cy="654839"/>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pic>
        <p:nvPicPr>
          <p:cNvPr id="7" name="Graphic 6">
            <a:extLst>
              <a:ext uri="{FF2B5EF4-FFF2-40B4-BE49-F238E27FC236}">
                <a16:creationId xmlns:a16="http://schemas.microsoft.com/office/drawing/2014/main" id="{D29E0058-93A2-5291-6ACA-A043086266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03035" y="5873424"/>
            <a:ext cx="1005840" cy="1005840"/>
          </a:xfrm>
          <a:prstGeom prst="rect">
            <a:avLst/>
          </a:prstGeom>
        </p:spPr>
      </p:pic>
      <p:sp>
        <p:nvSpPr>
          <p:cNvPr id="5" name="Footer Placeholder 4">
            <a:extLst>
              <a:ext uri="{FF2B5EF4-FFF2-40B4-BE49-F238E27FC236}">
                <a16:creationId xmlns:a16="http://schemas.microsoft.com/office/drawing/2014/main" id="{AA3F14EE-EFB3-D2DC-CEAA-621D6662715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sz="half" idx="10"/>
          </p:nvPr>
        </p:nvSpPr>
        <p:spPr/>
        <p:txBody>
          <a:bodyPr/>
          <a:lstStyle/>
          <a:p>
            <a:fld id="{28041092-F484-462C-B464-7F8ACEF06BCC}" type="datetimeFigureOut">
              <a:rPr lang="en-US" smtClean="0"/>
              <a:t>29-Sep-26</a:t>
            </a:fld>
            <a:endParaRPr lang="en-US"/>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a:lstStyle/>
          <a:p>
            <a:fld id="{33FCC12D-D18B-4ADF-8523-D9CFD64A6F57}" type="slidenum">
              <a:rPr lang="en-US" smtClean="0"/>
              <a:t>‹#›</a:t>
            </a:fld>
            <a:endParaRPr lang="en-US"/>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18288" y="2159632"/>
            <a:ext cx="9683496" cy="3776472"/>
          </a:xfrm>
        </p:spPr>
        <p:txBody>
          <a:bodyPr anchor="b"/>
          <a:lstStyle/>
          <a:p>
            <a:r>
              <a:rPr lang="en-US"/>
              <a:t>Click to edit Master title style</a:t>
            </a:r>
          </a:p>
        </p:txBody>
      </p:sp>
    </p:spTree>
    <p:extLst>
      <p:ext uri="{BB962C8B-B14F-4D97-AF65-F5344CB8AC3E}">
        <p14:creationId xmlns:p14="http://schemas.microsoft.com/office/powerpoint/2010/main" val="389591622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77355" y="83125"/>
            <a:ext cx="731520" cy="731520"/>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18288" y="2184032"/>
            <a:ext cx="8074152" cy="4718304"/>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165301245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8139659" cy="1554480"/>
          </a:xfrm>
        </p:spPr>
        <p:txBody>
          <a:bodyPr anchor="t">
            <a:normAutofit/>
          </a:bodyPr>
          <a:lstStyle>
            <a:lvl1pPr>
              <a:defRPr sz="56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 y="1896472"/>
            <a:ext cx="8139660" cy="3557904"/>
          </a:xfrm>
        </p:spPr>
        <p:txBody>
          <a:bodyPr>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Oval 7">
            <a:extLst>
              <a:ext uri="{FF2B5EF4-FFF2-40B4-BE49-F238E27FC236}">
                <a16:creationId xmlns:a16="http://schemas.microsoft.com/office/drawing/2014/main" id="{175C8E38-E957-9E3C-9A05-717C0F009AB9}"/>
              </a:ext>
            </a:extLst>
          </p:cNvPr>
          <p:cNvSpPr/>
          <p:nvPr/>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5">
            <a:extLst>
              <a:ext uri="{FF2B5EF4-FFF2-40B4-BE49-F238E27FC236}">
                <a16:creationId xmlns:a16="http://schemas.microsoft.com/office/drawing/2014/main" id="{01E193C2-09EC-BB41-5A34-007D34EB8B49}"/>
              </a:ext>
            </a:extLst>
          </p:cNvPr>
          <p:cNvSpPr>
            <a:spLocks noGrp="1"/>
          </p:cNvSpPr>
          <p:nvPr>
            <p:ph type="sldNum" sz="quarter" idx="12"/>
          </p:nvPr>
        </p:nvSpPr>
        <p:spPr>
          <a:xfrm>
            <a:off x="11762793" y="100701"/>
            <a:ext cx="429207" cy="365125"/>
          </a:xfrm>
        </p:spPr>
        <p:txBody>
          <a:bodyPr/>
          <a:lstStyle/>
          <a:p>
            <a:fld id="{33FCC12D-D18B-4ADF-8523-D9CFD64A6F57}" type="slidenum">
              <a:rPr lang="en-US" smtClean="0"/>
              <a:t>‹#›</a:t>
            </a:fld>
            <a:endParaRPr lang="en-US"/>
          </a:p>
        </p:txBody>
      </p:sp>
    </p:spTree>
    <p:extLst>
      <p:ext uri="{BB962C8B-B14F-4D97-AF65-F5344CB8AC3E}">
        <p14:creationId xmlns:p14="http://schemas.microsoft.com/office/powerpoint/2010/main" val="2124058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66396" y="621792"/>
            <a:ext cx="5386715" cy="1816898"/>
          </a:xfrm>
        </p:spPr>
        <p:txBody>
          <a:bodyPr anchor="t">
            <a:noAutofit/>
          </a:bodyPr>
          <a:lstStyle>
            <a:lvl1pPr>
              <a:defRPr sz="56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5906642" cy="6858000"/>
          </a:xfrm>
          <a:blipFill>
            <a:blip r:embed="rId2">
              <a:alphaModFix amt="70000"/>
            </a:blip>
            <a:stretch>
              <a:fillRect/>
            </a:stretch>
          </a:blipFill>
        </p:spPr>
        <p:txBody>
          <a:bodyPr/>
          <a:lstStyle>
            <a:lvl1pPr>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190488" y="110364"/>
            <a:ext cx="5349239" cy="365125"/>
          </a:xfrm>
        </p:spPr>
        <p:txBody>
          <a:bodyPr/>
          <a:lstStyle/>
          <a:p>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364"/>
            <a:ext cx="429207" cy="365125"/>
          </a:xfrm>
        </p:spPr>
        <p:txBody>
          <a:bodyPr/>
          <a:lstStyle/>
          <a:p>
            <a:fld id="{33FCC12D-D18B-4ADF-8523-D9CFD64A6F57}"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90488" y="2740228"/>
            <a:ext cx="5906642" cy="4096512"/>
          </a:xfrm>
        </p:spPr>
        <p:txBody>
          <a:bodyPr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33488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78B15-836F-D50E-D616-40C9373248FF}"/>
              </a:ext>
            </a:extLst>
          </p:cNvPr>
          <p:cNvSpPr>
            <a:spLocks noGrp="1"/>
          </p:cNvSpPr>
          <p:nvPr>
            <p:ph type="title"/>
          </p:nvPr>
        </p:nvSpPr>
        <p:spPr>
          <a:xfrm>
            <a:off x="539645" y="987552"/>
            <a:ext cx="5366480" cy="4044508"/>
          </a:xfrm>
        </p:spPr>
        <p:txBody>
          <a:bodyPr>
            <a:normAutofit/>
          </a:bodyPr>
          <a:lstStyle>
            <a:lvl1pPr>
              <a:defRPr sz="5600"/>
            </a:lvl1pPr>
          </a:lstStyle>
          <a:p>
            <a:r>
              <a:rPr lang="en-US"/>
              <a:t>Click to edit Master title style</a:t>
            </a:r>
            <a:endParaRPr lang="en-US" dirty="0"/>
          </a:p>
        </p:txBody>
      </p:sp>
      <p:sp>
        <p:nvSpPr>
          <p:cNvPr id="3" name="Footer Placeholder 4">
            <a:extLst>
              <a:ext uri="{FF2B5EF4-FFF2-40B4-BE49-F238E27FC236}">
                <a16:creationId xmlns:a16="http://schemas.microsoft.com/office/drawing/2014/main" id="{83A196D4-110B-6911-7AF5-9149D3FFF8BC}"/>
              </a:ext>
            </a:extLst>
          </p:cNvPr>
          <p:cNvSpPr>
            <a:spLocks noGrp="1"/>
          </p:cNvSpPr>
          <p:nvPr>
            <p:ph type="ftr" sz="quarter" idx="11"/>
          </p:nvPr>
        </p:nvSpPr>
        <p:spPr>
          <a:xfrm>
            <a:off x="532150" y="100701"/>
            <a:ext cx="5366480" cy="365125"/>
          </a:xfrm>
        </p:spPr>
        <p:txBody>
          <a:bodyPr/>
          <a:lstStyle/>
          <a:p>
            <a:endParaRPr lang="en-US"/>
          </a:p>
        </p:txBody>
      </p:sp>
      <p:sp>
        <p:nvSpPr>
          <p:cNvPr id="2" name="Date Placeholder 3">
            <a:extLst>
              <a:ext uri="{FF2B5EF4-FFF2-40B4-BE49-F238E27FC236}">
                <a16:creationId xmlns:a16="http://schemas.microsoft.com/office/drawing/2014/main" id="{A8D9253F-93F3-9EB9-BFA6-49C9461DE0DB}"/>
              </a:ext>
            </a:extLst>
          </p:cNvPr>
          <p:cNvSpPr>
            <a:spLocks noGrp="1"/>
          </p:cNvSpPr>
          <p:nvPr>
            <p:ph type="dt" sz="half" idx="10"/>
          </p:nvPr>
        </p:nvSpPr>
        <p:spPr>
          <a:xfrm>
            <a:off x="6190488" y="100701"/>
            <a:ext cx="2940449" cy="365125"/>
          </a:xfrm>
        </p:spPr>
        <p:txBody>
          <a:bodyPr/>
          <a:lstStyle/>
          <a:p>
            <a:fld id="{28041092-F484-462C-B464-7F8ACEF06BCC}" type="datetimeFigureOut">
              <a:rPr lang="en-US" smtClean="0"/>
              <a:t>29-Sep-26</a:t>
            </a:fld>
            <a:endParaRPr lang="en-US"/>
          </a:p>
        </p:txBody>
      </p:sp>
      <p:sp>
        <p:nvSpPr>
          <p:cNvPr id="9" name="Slide Number Placeholder 5">
            <a:extLst>
              <a:ext uri="{FF2B5EF4-FFF2-40B4-BE49-F238E27FC236}">
                <a16:creationId xmlns:a16="http://schemas.microsoft.com/office/drawing/2014/main" id="{B94C6C96-D651-5D6B-830B-07E5A35424C7}"/>
              </a:ext>
            </a:extLst>
          </p:cNvPr>
          <p:cNvSpPr>
            <a:spLocks noGrp="1"/>
          </p:cNvSpPr>
          <p:nvPr>
            <p:ph type="sldNum" sz="quarter" idx="12"/>
          </p:nvPr>
        </p:nvSpPr>
        <p:spPr>
          <a:xfrm>
            <a:off x="11105731" y="100701"/>
            <a:ext cx="429207" cy="365125"/>
          </a:xfrm>
        </p:spPr>
        <p:txBody>
          <a:bodyPr/>
          <a:lstStyle/>
          <a:p>
            <a:fld id="{33FCC12D-D18B-4ADF-8523-D9CFD64A6F57}" type="slidenum">
              <a:rPr lang="en-US" smtClean="0"/>
              <a:t>‹#›</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190488" y="969264"/>
            <a:ext cx="5336753"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10072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9496" y="988979"/>
            <a:ext cx="3462878" cy="2942419"/>
          </a:xfrm>
        </p:spPr>
        <p:txBody>
          <a:bodyPr>
            <a:normAutofit/>
          </a:bodyPr>
          <a:lstStyle>
            <a:lvl1pPr>
              <a:defRPr sz="56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37A9910B-18FC-4A92-025A-A88AC7CD6B13}"/>
              </a:ext>
            </a:extLst>
          </p:cNvPr>
          <p:cNvSpPr>
            <a:spLocks noGrp="1"/>
          </p:cNvSpPr>
          <p:nvPr>
            <p:ph type="ftr" sz="quarter" idx="11"/>
          </p:nvPr>
        </p:nvSpPr>
        <p:spPr>
          <a:xfrm>
            <a:off x="532150" y="100701"/>
            <a:ext cx="3470224" cy="365125"/>
          </a:xfrm>
        </p:spPr>
        <p:txBody>
          <a:bodyPr/>
          <a:lstStyle/>
          <a:p>
            <a:endParaRPr lang="en-US"/>
          </a:p>
        </p:txBody>
      </p:sp>
      <p:sp>
        <p:nvSpPr>
          <p:cNvPr id="4" name="Date Placeholder 3">
            <a:extLst>
              <a:ext uri="{FF2B5EF4-FFF2-40B4-BE49-F238E27FC236}">
                <a16:creationId xmlns:a16="http://schemas.microsoft.com/office/drawing/2014/main" id="{10752728-D41A-655E-871F-F76147E0E991}"/>
              </a:ext>
            </a:extLst>
          </p:cNvPr>
          <p:cNvSpPr>
            <a:spLocks noGrp="1"/>
          </p:cNvSpPr>
          <p:nvPr>
            <p:ph type="dt" sz="half" idx="10"/>
          </p:nvPr>
        </p:nvSpPr>
        <p:spPr>
          <a:xfrm>
            <a:off x="4317167" y="100701"/>
            <a:ext cx="2940449" cy="365125"/>
          </a:xfrm>
        </p:spPr>
        <p:txBody>
          <a:bodyPr/>
          <a:lstStyle/>
          <a:p>
            <a:fld id="{28041092-F484-462C-B464-7F8ACEF06BCC}" type="datetimeFigureOut">
              <a:rPr lang="en-US" smtClean="0"/>
              <a:t>29-Sep-26</a:t>
            </a:fld>
            <a:endParaRPr lang="en-US"/>
          </a:p>
        </p:txBody>
      </p:sp>
      <p:sp>
        <p:nvSpPr>
          <p:cNvPr id="9" name="Slide Number Placeholder 5">
            <a:extLst>
              <a:ext uri="{FF2B5EF4-FFF2-40B4-BE49-F238E27FC236}">
                <a16:creationId xmlns:a16="http://schemas.microsoft.com/office/drawing/2014/main" id="{EE07CC96-728B-298D-B2D6-54C4E9F0E9CA}"/>
              </a:ext>
            </a:extLst>
          </p:cNvPr>
          <p:cNvSpPr>
            <a:spLocks noGrp="1"/>
          </p:cNvSpPr>
          <p:nvPr>
            <p:ph type="sldNum" sz="quarter" idx="12"/>
          </p:nvPr>
        </p:nvSpPr>
        <p:spPr>
          <a:xfrm>
            <a:off x="11105731" y="100701"/>
            <a:ext cx="429207" cy="365125"/>
          </a:xfrm>
        </p:spPr>
        <p:txBody>
          <a:bodyPr/>
          <a:lstStyle/>
          <a:p>
            <a:fld id="{33FCC12D-D18B-4ADF-8523-D9CFD64A6F57}"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317167" y="967689"/>
            <a:ext cx="7217771" cy="52371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51528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7D0064E-1F0E-2DDF-C6B5-9CE196C4B560}"/>
              </a:ext>
            </a:extLst>
          </p:cNvPr>
          <p:cNvSpPr>
            <a:spLocks noGrp="1"/>
          </p:cNvSpPr>
          <p:nvPr>
            <p:ph type="title"/>
          </p:nvPr>
        </p:nvSpPr>
        <p:spPr>
          <a:xfrm>
            <a:off x="5045804" y="612140"/>
            <a:ext cx="6499655" cy="1519612"/>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804012" cy="6858000"/>
          </a:xfrm>
          <a:blipFill>
            <a:blip r:embed="rId2">
              <a:alphaModFix amt="70000"/>
            </a:blip>
            <a:stretch>
              <a:fillRect/>
            </a:stretch>
          </a:blipFill>
        </p:spPr>
        <p:txBody>
          <a:bodyPr/>
          <a:lstStyle>
            <a:lvl1pPr>
              <a:defRPr lang="en-US" dirty="0"/>
            </a:lvl1pPr>
          </a:lstStyle>
          <a:p>
            <a:r>
              <a:rPr lang="en-US" dirty="0"/>
              <a:t> </a:t>
            </a:r>
          </a:p>
        </p:txBody>
      </p:sp>
      <p:sp>
        <p:nvSpPr>
          <p:cNvPr id="7" name="Content Placeholder 7">
            <a:extLst>
              <a:ext uri="{FF2B5EF4-FFF2-40B4-BE49-F238E27FC236}">
                <a16:creationId xmlns:a16="http://schemas.microsoft.com/office/drawing/2014/main" id="{D478DAE4-13AB-5772-07E6-B3264F1E3141}"/>
              </a:ext>
            </a:extLst>
          </p:cNvPr>
          <p:cNvSpPr>
            <a:spLocks noGrp="1"/>
          </p:cNvSpPr>
          <p:nvPr>
            <p:ph sz="quarter" idx="14"/>
          </p:nvPr>
        </p:nvSpPr>
        <p:spPr>
          <a:xfrm>
            <a:off x="5104122" y="2457406"/>
            <a:ext cx="6441338" cy="3778977"/>
          </a:xfrm>
        </p:spPr>
        <p:txBody>
          <a:bodyPr anchor="t"/>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04122" y="6452990"/>
            <a:ext cx="1968375" cy="365125"/>
          </a:xfrm>
        </p:spPr>
        <p:txBody>
          <a:bodyPr anchor="b"/>
          <a:lstStyle/>
          <a:p>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16252" y="6452989"/>
            <a:ext cx="429207" cy="365125"/>
          </a:xfrm>
        </p:spPr>
        <p:txBody>
          <a:bodyPr anchor="b"/>
          <a:lstStyle/>
          <a:p>
            <a:fld id="{33FCC12D-D18B-4ADF-8523-D9CFD64A6F57}" type="slidenum">
              <a:rPr lang="en-US" smtClean="0"/>
              <a:t>‹#›</a:t>
            </a:fld>
            <a:endParaRPr lang="en-US"/>
          </a:p>
        </p:txBody>
      </p:sp>
    </p:spTree>
    <p:extLst>
      <p:ext uri="{BB962C8B-B14F-4D97-AF65-F5344CB8AC3E}">
        <p14:creationId xmlns:p14="http://schemas.microsoft.com/office/powerpoint/2010/main" val="2881421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DF6858-35EF-4C90-B3F5-339B7EF1F60F}"/>
              </a:ext>
            </a:extLst>
          </p:cNvPr>
          <p:cNvSpPr>
            <a:spLocks noGrp="1"/>
          </p:cNvSpPr>
          <p:nvPr>
            <p:ph type="title"/>
          </p:nvPr>
        </p:nvSpPr>
        <p:spPr>
          <a:xfrm>
            <a:off x="4281793" y="621792"/>
            <a:ext cx="7252710" cy="1138769"/>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blip>
            <a:stretch>
              <a:fillRect/>
            </a:stretch>
          </a:blipFill>
        </p:spPr>
        <p:txBody>
          <a:bodyPr/>
          <a:lstStyle>
            <a:lvl1pPr>
              <a:defRPr/>
            </a:lvl1pPr>
          </a:lstStyle>
          <a:p>
            <a:r>
              <a:rPr lang="en-US" dirty="0"/>
              <a:t> </a:t>
            </a:r>
          </a:p>
        </p:txBody>
      </p:sp>
      <p:sp>
        <p:nvSpPr>
          <p:cNvPr id="6" name="Content Placeholder 7">
            <a:extLst>
              <a:ext uri="{FF2B5EF4-FFF2-40B4-BE49-F238E27FC236}">
                <a16:creationId xmlns:a16="http://schemas.microsoft.com/office/drawing/2014/main" id="{72FCF01F-6AD4-FD29-865E-65BD55CF89DF}"/>
              </a:ext>
            </a:extLst>
          </p:cNvPr>
          <p:cNvSpPr>
            <a:spLocks noGrp="1"/>
          </p:cNvSpPr>
          <p:nvPr>
            <p:ph sz="quarter" idx="14"/>
          </p:nvPr>
        </p:nvSpPr>
        <p:spPr>
          <a:xfrm>
            <a:off x="4309088"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8">
            <a:extLst>
              <a:ext uri="{FF2B5EF4-FFF2-40B4-BE49-F238E27FC236}">
                <a16:creationId xmlns:a16="http://schemas.microsoft.com/office/drawing/2014/main" id="{4F9B8FC8-8820-A655-2A18-E8F8FC2C72DE}"/>
              </a:ext>
            </a:extLst>
          </p:cNvPr>
          <p:cNvSpPr>
            <a:spLocks noGrp="1"/>
          </p:cNvSpPr>
          <p:nvPr>
            <p:ph type="ftr" sz="quarter" idx="16"/>
          </p:nvPr>
        </p:nvSpPr>
        <p:spPr>
          <a:xfrm>
            <a:off x="4281793" y="6492875"/>
            <a:ext cx="1968375" cy="365125"/>
          </a:xfrm>
        </p:spPr>
        <p:txBody>
          <a:bodyPr anchor="b"/>
          <a:lstStyle/>
          <a:p>
            <a:endParaRPr lang="en-US"/>
          </a:p>
        </p:txBody>
      </p:sp>
      <p:sp>
        <p:nvSpPr>
          <p:cNvPr id="13" name="Date Placeholder 2">
            <a:extLst>
              <a:ext uri="{FF2B5EF4-FFF2-40B4-BE49-F238E27FC236}">
                <a16:creationId xmlns:a16="http://schemas.microsoft.com/office/drawing/2014/main" id="{A8C032E2-BBA3-EA74-8FE1-5AFC46A21AE1}"/>
              </a:ext>
            </a:extLst>
          </p:cNvPr>
          <p:cNvSpPr>
            <a:spLocks noGrp="1"/>
          </p:cNvSpPr>
          <p:nvPr>
            <p:ph type="dt" sz="half" idx="18"/>
          </p:nvPr>
        </p:nvSpPr>
        <p:spPr>
          <a:xfrm>
            <a:off x="9023903" y="6492875"/>
            <a:ext cx="1596200" cy="365125"/>
          </a:xfrm>
        </p:spPr>
        <p:txBody>
          <a:bodyPr anchor="b"/>
          <a:lstStyle/>
          <a:p>
            <a:fld id="{28041092-F484-462C-B464-7F8ACEF06BCC}" type="datetimeFigureOut">
              <a:rPr lang="en-US" smtClean="0"/>
              <a:t>29-Sep-26</a:t>
            </a:fld>
            <a:endParaRPr lang="en-US"/>
          </a:p>
        </p:txBody>
      </p:sp>
      <p:sp>
        <p:nvSpPr>
          <p:cNvPr id="12" name="Slide Number Placeholder 9">
            <a:extLst>
              <a:ext uri="{FF2B5EF4-FFF2-40B4-BE49-F238E27FC236}">
                <a16:creationId xmlns:a16="http://schemas.microsoft.com/office/drawing/2014/main" id="{D28087CA-07B9-D0D2-3AA7-C34B5C9645B8}"/>
              </a:ext>
            </a:extLst>
          </p:cNvPr>
          <p:cNvSpPr>
            <a:spLocks noGrp="1"/>
          </p:cNvSpPr>
          <p:nvPr>
            <p:ph type="sldNum" sz="quarter" idx="17"/>
          </p:nvPr>
        </p:nvSpPr>
        <p:spPr>
          <a:xfrm>
            <a:off x="11105296" y="6492875"/>
            <a:ext cx="429207" cy="365125"/>
          </a:xfrm>
        </p:spPr>
        <p:txBody>
          <a:bodyPr anchor="b"/>
          <a:lstStyle/>
          <a:p>
            <a:fld id="{33FCC12D-D18B-4ADF-8523-D9CFD64A6F57}" type="slidenum">
              <a:rPr lang="en-US" smtClean="0"/>
              <a:t>‹#›</a:t>
            </a:fld>
            <a:endParaRPr lang="en-US"/>
          </a:p>
        </p:txBody>
      </p:sp>
    </p:spTree>
    <p:extLst>
      <p:ext uri="{BB962C8B-B14F-4D97-AF65-F5344CB8AC3E}">
        <p14:creationId xmlns:p14="http://schemas.microsoft.com/office/powerpoint/2010/main" val="36708332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7A932ED1-5750-0D24-8D58-961B6F20FA21}"/>
              </a:ext>
            </a:extLst>
          </p:cNvPr>
          <p:cNvSpPr>
            <a:spLocks noGrp="1"/>
          </p:cNvSpPr>
          <p:nvPr>
            <p:ph type="title"/>
          </p:nvPr>
        </p:nvSpPr>
        <p:spPr>
          <a:xfrm>
            <a:off x="542307" y="621792"/>
            <a:ext cx="7252710" cy="1138769"/>
          </a:xfrm>
        </p:spPr>
        <p:txBody>
          <a:body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01598DB3-17DB-7EDD-0F42-9866A753C2DD}"/>
              </a:ext>
            </a:extLst>
          </p:cNvPr>
          <p:cNvSpPr>
            <a:spLocks noGrp="1"/>
          </p:cNvSpPr>
          <p:nvPr>
            <p:ph sz="quarter" idx="19"/>
          </p:nvPr>
        </p:nvSpPr>
        <p:spPr>
          <a:xfrm>
            <a:off x="569602"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10">
            <a:extLst>
              <a:ext uri="{FF2B5EF4-FFF2-40B4-BE49-F238E27FC236}">
                <a16:creationId xmlns:a16="http://schemas.microsoft.com/office/drawing/2014/main" id="{6C5AB1A9-786B-C92B-C6EA-63CE0AACFB1E}"/>
              </a:ext>
            </a:extLst>
          </p:cNvPr>
          <p:cNvSpPr>
            <a:spLocks noGrp="1"/>
          </p:cNvSpPr>
          <p:nvPr>
            <p:ph type="pic" sz="quarter" idx="13" hasCustomPrompt="1"/>
          </p:nvPr>
        </p:nvSpPr>
        <p:spPr>
          <a:xfrm>
            <a:off x="8168640" y="1"/>
            <a:ext cx="4023360" cy="6858000"/>
          </a:xfrm>
          <a:blipFill>
            <a:blip r:embed="rId2">
              <a:alphaModFix amt="70000"/>
            </a:blip>
            <a:stretch>
              <a:fillRect/>
            </a:stretch>
          </a:blipFill>
        </p:spPr>
        <p:txBody>
          <a:bodyPr/>
          <a:lstStyle>
            <a:lvl1pPr>
              <a:defRPr/>
            </a:lvl1pPr>
          </a:lstStyle>
          <a:p>
            <a:r>
              <a:rPr lang="en-US" dirty="0"/>
              <a:t> </a:t>
            </a:r>
          </a:p>
        </p:txBody>
      </p:sp>
      <p:sp>
        <p:nvSpPr>
          <p:cNvPr id="5" name="Footer Placeholder 2">
            <a:extLst>
              <a:ext uri="{FF2B5EF4-FFF2-40B4-BE49-F238E27FC236}">
                <a16:creationId xmlns:a16="http://schemas.microsoft.com/office/drawing/2014/main" id="{C6115057-015C-DC83-074A-D22D9E0B6CD2}"/>
              </a:ext>
            </a:extLst>
          </p:cNvPr>
          <p:cNvSpPr>
            <a:spLocks noGrp="1"/>
          </p:cNvSpPr>
          <p:nvPr>
            <p:ph type="ftr" sz="quarter" idx="16"/>
          </p:nvPr>
        </p:nvSpPr>
        <p:spPr>
          <a:xfrm>
            <a:off x="542307" y="6492875"/>
            <a:ext cx="1968375" cy="365125"/>
          </a:xfrm>
        </p:spPr>
        <p:txBody>
          <a:bodyPr/>
          <a:lstStyle/>
          <a:p>
            <a:endParaRPr lang="en-US"/>
          </a:p>
        </p:txBody>
      </p:sp>
      <p:sp>
        <p:nvSpPr>
          <p:cNvPr id="8" name="Date Placeholder 1">
            <a:extLst>
              <a:ext uri="{FF2B5EF4-FFF2-40B4-BE49-F238E27FC236}">
                <a16:creationId xmlns:a16="http://schemas.microsoft.com/office/drawing/2014/main" id="{42028964-5597-F5F0-6AEA-C79255C9BCE9}"/>
              </a:ext>
            </a:extLst>
          </p:cNvPr>
          <p:cNvSpPr>
            <a:spLocks noGrp="1"/>
          </p:cNvSpPr>
          <p:nvPr>
            <p:ph type="dt" sz="half" idx="18"/>
          </p:nvPr>
        </p:nvSpPr>
        <p:spPr>
          <a:xfrm>
            <a:off x="5284417" y="6492875"/>
            <a:ext cx="1596200" cy="365125"/>
          </a:xfrm>
        </p:spPr>
        <p:txBody>
          <a:bodyPr/>
          <a:lstStyle/>
          <a:p>
            <a:fld id="{28041092-F484-462C-B464-7F8ACEF06BCC}" type="datetimeFigureOut">
              <a:rPr lang="en-US" smtClean="0"/>
              <a:t>29-Sep-26</a:t>
            </a:fld>
            <a:endParaRPr lang="en-US"/>
          </a:p>
        </p:txBody>
      </p:sp>
      <p:sp>
        <p:nvSpPr>
          <p:cNvPr id="6" name="Slide Number Placeholder 3">
            <a:extLst>
              <a:ext uri="{FF2B5EF4-FFF2-40B4-BE49-F238E27FC236}">
                <a16:creationId xmlns:a16="http://schemas.microsoft.com/office/drawing/2014/main" id="{B6324527-5F82-8213-FFB9-A5E6BEB2314F}"/>
              </a:ext>
            </a:extLst>
          </p:cNvPr>
          <p:cNvSpPr>
            <a:spLocks noGrp="1"/>
          </p:cNvSpPr>
          <p:nvPr>
            <p:ph type="sldNum" sz="quarter" idx="17"/>
          </p:nvPr>
        </p:nvSpPr>
        <p:spPr>
          <a:xfrm>
            <a:off x="7365810" y="6492875"/>
            <a:ext cx="429207" cy="365125"/>
          </a:xfrm>
        </p:spPr>
        <p:txBody>
          <a:bodyPr/>
          <a:lstStyle/>
          <a:p>
            <a:fld id="{33FCC12D-D18B-4ADF-8523-D9CFD64A6F57}" type="slidenum">
              <a:rPr lang="en-US" smtClean="0"/>
              <a:t>‹#›</a:t>
            </a:fld>
            <a:endParaRPr lang="en-US"/>
          </a:p>
        </p:txBody>
      </p:sp>
    </p:spTree>
    <p:extLst>
      <p:ext uri="{BB962C8B-B14F-4D97-AF65-F5344CB8AC3E}">
        <p14:creationId xmlns:p14="http://schemas.microsoft.com/office/powerpoint/2010/main" val="10120528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5000-16D8-B5F1-E35B-BAE97B4E6EE4}"/>
              </a:ext>
            </a:extLst>
          </p:cNvPr>
          <p:cNvSpPr>
            <a:spLocks noGrp="1"/>
          </p:cNvSpPr>
          <p:nvPr>
            <p:ph type="title"/>
          </p:nvPr>
        </p:nvSpPr>
        <p:spPr>
          <a:xfrm>
            <a:off x="518615" y="621793"/>
            <a:ext cx="5326684" cy="1507454"/>
          </a:xfrm>
        </p:spPr>
        <p:txBody>
          <a:bodyPr anchor="t" anchorCtr="0"/>
          <a:lstStyle/>
          <a:p>
            <a:r>
              <a:rPr lang="en-US"/>
              <a:t>Click to edit Master title style</a:t>
            </a:r>
            <a:endParaRPr lang="en-US" dirty="0"/>
          </a:p>
        </p:txBody>
      </p:sp>
      <p:sp>
        <p:nvSpPr>
          <p:cNvPr id="3" name="Content Placeholder 7">
            <a:extLst>
              <a:ext uri="{FF2B5EF4-FFF2-40B4-BE49-F238E27FC236}">
                <a16:creationId xmlns:a16="http://schemas.microsoft.com/office/drawing/2014/main" id="{B022A1E6-0A6D-9476-5034-0BDE3EE38B91}"/>
              </a:ext>
            </a:extLst>
          </p:cNvPr>
          <p:cNvSpPr>
            <a:spLocks noGrp="1"/>
          </p:cNvSpPr>
          <p:nvPr>
            <p:ph sz="quarter" idx="19"/>
          </p:nvPr>
        </p:nvSpPr>
        <p:spPr>
          <a:xfrm>
            <a:off x="518616" y="2513110"/>
            <a:ext cx="5326683" cy="356800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7">
            <a:extLst>
              <a:ext uri="{FF2B5EF4-FFF2-40B4-BE49-F238E27FC236}">
                <a16:creationId xmlns:a16="http://schemas.microsoft.com/office/drawing/2014/main" id="{6B8D4096-4B0D-5226-C004-475A83BE8BFE}"/>
              </a:ext>
            </a:extLst>
          </p:cNvPr>
          <p:cNvSpPr>
            <a:spLocks noGrp="1"/>
          </p:cNvSpPr>
          <p:nvPr>
            <p:ph type="pic" sz="quarter" idx="18" hasCustomPrompt="1"/>
          </p:nvPr>
        </p:nvSpPr>
        <p:spPr>
          <a:xfrm>
            <a:off x="6308842" y="0"/>
            <a:ext cx="5883158" cy="6858000"/>
          </a:xfrm>
          <a:blipFill>
            <a:blip r:embed="rId2">
              <a:alphaModFix amt="70000"/>
            </a:blip>
            <a:stretch>
              <a:fillRect/>
            </a:stretch>
          </a:blipFill>
        </p:spPr>
        <p:txBody>
          <a:bodyPr/>
          <a:lstStyle>
            <a:lvl1pPr>
              <a:defRPr/>
            </a:lvl1pPr>
          </a:lstStyle>
          <a:p>
            <a:r>
              <a:rPr lang="en-US" dirty="0"/>
              <a:t> </a:t>
            </a:r>
          </a:p>
        </p:txBody>
      </p:sp>
      <p:sp>
        <p:nvSpPr>
          <p:cNvPr id="9" name="Footer Placeholder 8">
            <a:extLst>
              <a:ext uri="{FF2B5EF4-FFF2-40B4-BE49-F238E27FC236}">
                <a16:creationId xmlns:a16="http://schemas.microsoft.com/office/drawing/2014/main" id="{8917C8CF-AEBF-835D-4503-06A0208049F0}"/>
              </a:ext>
            </a:extLst>
          </p:cNvPr>
          <p:cNvSpPr>
            <a:spLocks noGrp="1"/>
          </p:cNvSpPr>
          <p:nvPr>
            <p:ph type="ftr" sz="quarter" idx="16"/>
          </p:nvPr>
        </p:nvSpPr>
        <p:spPr>
          <a:xfrm>
            <a:off x="518615" y="6450237"/>
            <a:ext cx="1968375" cy="365125"/>
          </a:xfrm>
        </p:spPr>
        <p:txBody>
          <a:bodyPr anchor="b"/>
          <a:lstStyle/>
          <a:p>
            <a:endParaRPr lang="en-US"/>
          </a:p>
        </p:txBody>
      </p:sp>
      <p:sp>
        <p:nvSpPr>
          <p:cNvPr id="10" name="Slide Number Placeholder 9">
            <a:extLst>
              <a:ext uri="{FF2B5EF4-FFF2-40B4-BE49-F238E27FC236}">
                <a16:creationId xmlns:a16="http://schemas.microsoft.com/office/drawing/2014/main" id="{13662962-C2D0-E99D-BD6A-C97F4798F261}"/>
              </a:ext>
            </a:extLst>
          </p:cNvPr>
          <p:cNvSpPr>
            <a:spLocks noGrp="1"/>
          </p:cNvSpPr>
          <p:nvPr>
            <p:ph type="sldNum" sz="quarter" idx="17"/>
          </p:nvPr>
        </p:nvSpPr>
        <p:spPr>
          <a:xfrm>
            <a:off x="5453953" y="6464979"/>
            <a:ext cx="429207" cy="365125"/>
          </a:xfrm>
        </p:spPr>
        <p:txBody>
          <a:bodyPr anchor="b"/>
          <a:lstStyle/>
          <a:p>
            <a:fld id="{33FCC12D-D18B-4ADF-8523-D9CFD64A6F57}" type="slidenum">
              <a:rPr lang="en-US" smtClean="0"/>
              <a:t>‹#›</a:t>
            </a:fld>
            <a:endParaRPr lang="en-US"/>
          </a:p>
        </p:txBody>
      </p:sp>
    </p:spTree>
    <p:extLst>
      <p:ext uri="{BB962C8B-B14F-4D97-AF65-F5344CB8AC3E}">
        <p14:creationId xmlns:p14="http://schemas.microsoft.com/office/powerpoint/2010/main" val="36283067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B87BE0-867D-AF74-02DD-6F5420BC6D61}"/>
              </a:ext>
            </a:extLst>
          </p:cNvPr>
          <p:cNvSpPr>
            <a:spLocks noGrp="1"/>
          </p:cNvSpPr>
          <p:nvPr>
            <p:ph type="title"/>
          </p:nvPr>
        </p:nvSpPr>
        <p:spPr>
          <a:xfrm>
            <a:off x="518965" y="621792"/>
            <a:ext cx="4446871" cy="1867629"/>
          </a:xfrm>
        </p:spPr>
        <p:txBody>
          <a:bodyPr anchor="t">
            <a:noAutofit/>
          </a:bodyPr>
          <a:lstStyle>
            <a:lvl1pPr>
              <a:defRPr sz="5600"/>
            </a:lvl1p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7B86FDEC-359F-20D5-12F6-5CBA3DC009EA}"/>
              </a:ext>
            </a:extLst>
          </p:cNvPr>
          <p:cNvSpPr>
            <a:spLocks noGrp="1"/>
          </p:cNvSpPr>
          <p:nvPr>
            <p:ph sz="quarter" idx="14"/>
          </p:nvPr>
        </p:nvSpPr>
        <p:spPr>
          <a:xfrm>
            <a:off x="543940" y="2890729"/>
            <a:ext cx="4449227" cy="31384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0">
            <a:extLst>
              <a:ext uri="{FF2B5EF4-FFF2-40B4-BE49-F238E27FC236}">
                <a16:creationId xmlns:a16="http://schemas.microsoft.com/office/drawing/2014/main" id="{FBEF9CB2-E8D7-8869-9B11-C58F1606DFE0}"/>
              </a:ext>
            </a:extLst>
          </p:cNvPr>
          <p:cNvSpPr>
            <a:spLocks noGrp="1"/>
          </p:cNvSpPr>
          <p:nvPr>
            <p:ph type="pic" sz="quarter" idx="13" hasCustomPrompt="1"/>
          </p:nvPr>
        </p:nvSpPr>
        <p:spPr>
          <a:xfrm>
            <a:off x="5363570" y="0"/>
            <a:ext cx="6828430" cy="6858000"/>
          </a:xfrm>
          <a:blipFill>
            <a:blip r:embed="rId2">
              <a:alphaModFix amt="70000"/>
            </a:blip>
            <a:stretch>
              <a:fillRect/>
            </a:stretch>
          </a:blipFill>
        </p:spPr>
        <p:txBody>
          <a:bodyPr/>
          <a:lstStyle>
            <a:lvl1pPr>
              <a:defRPr/>
            </a:lvl1pPr>
          </a:lstStyle>
          <a:p>
            <a:r>
              <a:rPr lang="en-US" dirty="0"/>
              <a:t> </a:t>
            </a:r>
          </a:p>
        </p:txBody>
      </p:sp>
      <p:sp>
        <p:nvSpPr>
          <p:cNvPr id="10" name="Footer Placeholder 8">
            <a:extLst>
              <a:ext uri="{FF2B5EF4-FFF2-40B4-BE49-F238E27FC236}">
                <a16:creationId xmlns:a16="http://schemas.microsoft.com/office/drawing/2014/main" id="{4784CE43-81E9-3B12-CB65-9B5FC6ECE9ED}"/>
              </a:ext>
            </a:extLst>
          </p:cNvPr>
          <p:cNvSpPr>
            <a:spLocks noGrp="1"/>
          </p:cNvSpPr>
          <p:nvPr>
            <p:ph type="ftr" sz="quarter" idx="16"/>
          </p:nvPr>
        </p:nvSpPr>
        <p:spPr>
          <a:xfrm>
            <a:off x="515618" y="6430476"/>
            <a:ext cx="1968375" cy="379867"/>
          </a:xfrm>
        </p:spPr>
        <p:txBody>
          <a:bodyPr anchor="b"/>
          <a:lstStyle/>
          <a:p>
            <a:endParaRPr lang="en-US"/>
          </a:p>
        </p:txBody>
      </p:sp>
      <p:sp>
        <p:nvSpPr>
          <p:cNvPr id="11" name="Slide Number Placeholder 9">
            <a:extLst>
              <a:ext uri="{FF2B5EF4-FFF2-40B4-BE49-F238E27FC236}">
                <a16:creationId xmlns:a16="http://schemas.microsoft.com/office/drawing/2014/main" id="{779F1775-5104-9F86-4A61-07F914947CC9}"/>
              </a:ext>
            </a:extLst>
          </p:cNvPr>
          <p:cNvSpPr>
            <a:spLocks noGrp="1"/>
          </p:cNvSpPr>
          <p:nvPr>
            <p:ph type="sldNum" sz="quarter" idx="17"/>
          </p:nvPr>
        </p:nvSpPr>
        <p:spPr>
          <a:xfrm>
            <a:off x="4563960" y="6430476"/>
            <a:ext cx="429207" cy="379867"/>
          </a:xfrm>
        </p:spPr>
        <p:txBody>
          <a:bodyPr anchor="b"/>
          <a:lstStyle/>
          <a:p>
            <a:fld id="{33FCC12D-D18B-4ADF-8523-D9CFD64A6F57}" type="slidenum">
              <a:rPr lang="en-US" smtClean="0"/>
              <a:t>‹#›</a:t>
            </a:fld>
            <a:endParaRPr lang="en-US"/>
          </a:p>
        </p:txBody>
      </p:sp>
    </p:spTree>
    <p:extLst>
      <p:ext uri="{BB962C8B-B14F-4D97-AF65-F5344CB8AC3E}">
        <p14:creationId xmlns:p14="http://schemas.microsoft.com/office/powerpoint/2010/main" val="26281326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9733" y="621792"/>
            <a:ext cx="3884546" cy="2280501"/>
          </a:xfrm>
        </p:spPr>
        <p:txBody>
          <a:bodyPr anchor="t">
            <a:noAutofit/>
          </a:bodyPr>
          <a:lstStyle>
            <a:lvl1pPr>
              <a:defRPr sz="5600"/>
            </a:lvl1pPr>
          </a:lstStyle>
          <a:p>
            <a:r>
              <a:rPr lang="en-US"/>
              <a:t>Click to edit Master title style</a:t>
            </a:r>
            <a:endParaRPr lang="en-US" dirty="0"/>
          </a:p>
        </p:txBody>
      </p:sp>
      <p:sp>
        <p:nvSpPr>
          <p:cNvPr id="3" name="Picture Placeholder 10">
            <a:extLst>
              <a:ext uri="{FF2B5EF4-FFF2-40B4-BE49-F238E27FC236}">
                <a16:creationId xmlns:a16="http://schemas.microsoft.com/office/drawing/2014/main" id="{74736F65-8A7D-D535-AAD0-31480F8AD318}"/>
              </a:ext>
            </a:extLst>
          </p:cNvPr>
          <p:cNvSpPr>
            <a:spLocks noGrp="1"/>
          </p:cNvSpPr>
          <p:nvPr>
            <p:ph type="pic" sz="quarter" idx="13" hasCustomPrompt="1"/>
          </p:nvPr>
        </p:nvSpPr>
        <p:spPr>
          <a:xfrm>
            <a:off x="-1" y="0"/>
            <a:ext cx="7260609" cy="6858000"/>
          </a:xfrm>
          <a:blipFill>
            <a:blip r:embed="rId2">
              <a:alphaModFix amt="7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7521" y="3211512"/>
            <a:ext cx="3884547" cy="27432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8">
            <a:extLst>
              <a:ext uri="{FF2B5EF4-FFF2-40B4-BE49-F238E27FC236}">
                <a16:creationId xmlns:a16="http://schemas.microsoft.com/office/drawing/2014/main" id="{C64245F1-97E2-FD23-26A5-03067F464698}"/>
              </a:ext>
            </a:extLst>
          </p:cNvPr>
          <p:cNvSpPr>
            <a:spLocks noGrp="1"/>
          </p:cNvSpPr>
          <p:nvPr>
            <p:ph type="ftr" sz="quarter" idx="16"/>
          </p:nvPr>
        </p:nvSpPr>
        <p:spPr>
          <a:xfrm>
            <a:off x="7649733" y="6456384"/>
            <a:ext cx="1968375" cy="379867"/>
          </a:xfrm>
        </p:spPr>
        <p:txBody>
          <a:bodyPr anchor="b"/>
          <a:lstStyle/>
          <a:p>
            <a:endParaRPr lang="en-US"/>
          </a:p>
        </p:txBody>
      </p:sp>
      <p:sp>
        <p:nvSpPr>
          <p:cNvPr id="5" name="Slide Number Placeholder 9">
            <a:extLst>
              <a:ext uri="{FF2B5EF4-FFF2-40B4-BE49-F238E27FC236}">
                <a16:creationId xmlns:a16="http://schemas.microsoft.com/office/drawing/2014/main" id="{15E75D5B-F407-F4DD-192B-D56CF168CDA4}"/>
              </a:ext>
            </a:extLst>
          </p:cNvPr>
          <p:cNvSpPr>
            <a:spLocks noGrp="1"/>
          </p:cNvSpPr>
          <p:nvPr>
            <p:ph type="sldNum" sz="quarter" idx="17"/>
          </p:nvPr>
        </p:nvSpPr>
        <p:spPr>
          <a:xfrm>
            <a:off x="11134152" y="6456385"/>
            <a:ext cx="429207" cy="379867"/>
          </a:xfrm>
        </p:spPr>
        <p:txBody>
          <a:bodyPr anchor="b"/>
          <a:lstStyle/>
          <a:p>
            <a:fld id="{33FCC12D-D18B-4ADF-8523-D9CFD64A6F57}" type="slidenum">
              <a:rPr lang="en-US" smtClean="0"/>
              <a:t>‹#›</a:t>
            </a:fld>
            <a:endParaRPr lang="en-US"/>
          </a:p>
        </p:txBody>
      </p:sp>
    </p:spTree>
    <p:extLst>
      <p:ext uri="{BB962C8B-B14F-4D97-AF65-F5344CB8AC3E}">
        <p14:creationId xmlns:p14="http://schemas.microsoft.com/office/powerpoint/2010/main" val="23880698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686070-85E7-EB57-8965-F95F2692CC62}"/>
              </a:ext>
            </a:extLst>
          </p:cNvPr>
          <p:cNvSpPr>
            <a:spLocks noGrp="1"/>
          </p:cNvSpPr>
          <p:nvPr>
            <p:ph type="title"/>
          </p:nvPr>
        </p:nvSpPr>
        <p:spPr>
          <a:xfrm>
            <a:off x="512064" y="3608276"/>
            <a:ext cx="4428700" cy="2620587"/>
          </a:xfrm>
        </p:spPr>
        <p:txBody>
          <a:bodyPr anchor="t">
            <a:noAutofit/>
          </a:bodyPr>
          <a:lstStyle>
            <a:lvl1pPr>
              <a:defRPr sz="5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29000"/>
          </a:xfrm>
          <a:blipFill>
            <a:blip r:embed="rId2">
              <a:alphaModFix amt="70000"/>
            </a:blip>
            <a:stretch>
              <a:fillRect/>
            </a:stretch>
          </a:blipFill>
        </p:spPr>
        <p:txBody>
          <a:bodyPr/>
          <a:lstStyle>
            <a:lvl1pPr>
              <a:defRPr/>
            </a:lvl1pPr>
          </a:lstStyle>
          <a:p>
            <a:r>
              <a:rPr lang="en-US" dirty="0"/>
              <a:t> </a:t>
            </a:r>
          </a:p>
        </p:txBody>
      </p:sp>
      <p:sp>
        <p:nvSpPr>
          <p:cNvPr id="2" name="Content Placeholder 7">
            <a:extLst>
              <a:ext uri="{FF2B5EF4-FFF2-40B4-BE49-F238E27FC236}">
                <a16:creationId xmlns:a16="http://schemas.microsoft.com/office/drawing/2014/main" id="{4546533B-13A8-961D-BD05-8DE715F63409}"/>
              </a:ext>
            </a:extLst>
          </p:cNvPr>
          <p:cNvSpPr>
            <a:spLocks noGrp="1"/>
          </p:cNvSpPr>
          <p:nvPr>
            <p:ph sz="quarter" idx="14"/>
          </p:nvPr>
        </p:nvSpPr>
        <p:spPr>
          <a:xfrm>
            <a:off x="5268036" y="3579702"/>
            <a:ext cx="6298442" cy="262058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8">
            <a:extLst>
              <a:ext uri="{FF2B5EF4-FFF2-40B4-BE49-F238E27FC236}">
                <a16:creationId xmlns:a16="http://schemas.microsoft.com/office/drawing/2014/main" id="{9349FD65-108E-79AD-A9C8-91429963386F}"/>
              </a:ext>
            </a:extLst>
          </p:cNvPr>
          <p:cNvSpPr>
            <a:spLocks noGrp="1"/>
          </p:cNvSpPr>
          <p:nvPr>
            <p:ph type="ftr" sz="quarter" idx="16"/>
          </p:nvPr>
        </p:nvSpPr>
        <p:spPr>
          <a:xfrm>
            <a:off x="5262666" y="6442872"/>
            <a:ext cx="1968375" cy="379867"/>
          </a:xfrm>
        </p:spPr>
        <p:txBody>
          <a:bodyPr anchor="b"/>
          <a:lstStyle/>
          <a:p>
            <a:endParaRPr lang="en-US"/>
          </a:p>
        </p:txBody>
      </p:sp>
      <p:sp>
        <p:nvSpPr>
          <p:cNvPr id="12" name="Date Placeholder 2">
            <a:extLst>
              <a:ext uri="{FF2B5EF4-FFF2-40B4-BE49-F238E27FC236}">
                <a16:creationId xmlns:a16="http://schemas.microsoft.com/office/drawing/2014/main" id="{547B7542-C2BA-4322-9FF4-E2713B917492}"/>
              </a:ext>
            </a:extLst>
          </p:cNvPr>
          <p:cNvSpPr>
            <a:spLocks noGrp="1"/>
          </p:cNvSpPr>
          <p:nvPr>
            <p:ph type="dt" sz="half" idx="18"/>
          </p:nvPr>
        </p:nvSpPr>
        <p:spPr>
          <a:xfrm>
            <a:off x="7697040" y="6442872"/>
            <a:ext cx="2295997" cy="379867"/>
          </a:xfrm>
        </p:spPr>
        <p:txBody>
          <a:bodyPr anchor="b"/>
          <a:lstStyle/>
          <a:p>
            <a:fld id="{28041092-F484-462C-B464-7F8ACEF06BCC}" type="datetimeFigureOut">
              <a:rPr lang="en-US" smtClean="0"/>
              <a:t>29-Sep-26</a:t>
            </a:fld>
            <a:endParaRPr lang="en-US"/>
          </a:p>
        </p:txBody>
      </p:sp>
      <p:sp>
        <p:nvSpPr>
          <p:cNvPr id="7" name="Slide Number Placeholder 9">
            <a:extLst>
              <a:ext uri="{FF2B5EF4-FFF2-40B4-BE49-F238E27FC236}">
                <a16:creationId xmlns:a16="http://schemas.microsoft.com/office/drawing/2014/main" id="{EB058DA4-9F6F-CC80-D1C5-728E096806C3}"/>
              </a:ext>
            </a:extLst>
          </p:cNvPr>
          <p:cNvSpPr>
            <a:spLocks noGrp="1"/>
          </p:cNvSpPr>
          <p:nvPr>
            <p:ph type="sldNum" sz="quarter" idx="17"/>
          </p:nvPr>
        </p:nvSpPr>
        <p:spPr>
          <a:xfrm>
            <a:off x="11137271" y="6442873"/>
            <a:ext cx="429207" cy="379867"/>
          </a:xfrm>
        </p:spPr>
        <p:txBody>
          <a:bodyPr anchor="b"/>
          <a:lstStyle/>
          <a:p>
            <a:fld id="{33FCC12D-D18B-4ADF-8523-D9CFD64A6F57}" type="slidenum">
              <a:rPr lang="en-US" smtClean="0"/>
              <a:t>‹#›</a:t>
            </a:fld>
            <a:endParaRPr lang="en-US"/>
          </a:p>
        </p:txBody>
      </p:sp>
    </p:spTree>
    <p:extLst>
      <p:ext uri="{BB962C8B-B14F-4D97-AF65-F5344CB8AC3E}">
        <p14:creationId xmlns:p14="http://schemas.microsoft.com/office/powerpoint/2010/main" val="23971569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0F469B-7972-C862-3265-20EC44D749C7}"/>
              </a:ext>
            </a:extLst>
          </p:cNvPr>
          <p:cNvSpPr>
            <a:spLocks noGrp="1"/>
          </p:cNvSpPr>
          <p:nvPr>
            <p:ph type="title"/>
          </p:nvPr>
        </p:nvSpPr>
        <p:spPr>
          <a:xfrm>
            <a:off x="512064" y="631710"/>
            <a:ext cx="11032239" cy="1115203"/>
          </a:xfrm>
        </p:spPr>
        <p:txBody>
          <a:bodyPr anchor="t">
            <a:noAutofit/>
          </a:bodyPr>
          <a:lstStyle>
            <a:lvl1pPr>
              <a:defRPr sz="5600"/>
            </a:lvl1pPr>
          </a:lstStyle>
          <a:p>
            <a:r>
              <a:rPr lang="en-US"/>
              <a:t>Click to edit Master title style</a:t>
            </a:r>
            <a:endParaRPr lang="en-US" dirty="0"/>
          </a:p>
        </p:txBody>
      </p:sp>
      <p:sp>
        <p:nvSpPr>
          <p:cNvPr id="13" name="Picture Placeholder 10">
            <a:extLst>
              <a:ext uri="{FF2B5EF4-FFF2-40B4-BE49-F238E27FC236}">
                <a16:creationId xmlns:a16="http://schemas.microsoft.com/office/drawing/2014/main" id="{1A9091ED-65DB-CA4C-BC68-EC773138EFA0}"/>
              </a:ext>
            </a:extLst>
          </p:cNvPr>
          <p:cNvSpPr>
            <a:spLocks noGrp="1"/>
          </p:cNvSpPr>
          <p:nvPr>
            <p:ph type="pic" sz="quarter" idx="18" hasCustomPrompt="1"/>
          </p:nvPr>
        </p:nvSpPr>
        <p:spPr>
          <a:xfrm>
            <a:off x="109181" y="2115403"/>
            <a:ext cx="5786651" cy="4671431"/>
          </a:xfrm>
          <a:blipFill>
            <a:blip r:embed="rId2">
              <a:alphaModFix amt="70000"/>
            </a:blip>
            <a:stretch>
              <a:fillRect/>
            </a:stretch>
          </a:blipFill>
        </p:spPr>
        <p:txBody>
          <a:bodyPr/>
          <a:lstStyle>
            <a:lvl1pPr>
              <a:defRPr/>
            </a:lvl1pPr>
          </a:lstStyle>
          <a:p>
            <a:r>
              <a:rPr lang="en-US" dirty="0"/>
              <a:t> </a:t>
            </a:r>
          </a:p>
        </p:txBody>
      </p:sp>
      <p:sp>
        <p:nvSpPr>
          <p:cNvPr id="10" name="Content Placeholder 7">
            <a:extLst>
              <a:ext uri="{FF2B5EF4-FFF2-40B4-BE49-F238E27FC236}">
                <a16:creationId xmlns:a16="http://schemas.microsoft.com/office/drawing/2014/main" id="{A3F07A79-5344-FA17-3625-1266EFAA87FD}"/>
              </a:ext>
            </a:extLst>
          </p:cNvPr>
          <p:cNvSpPr>
            <a:spLocks noGrp="1"/>
          </p:cNvSpPr>
          <p:nvPr>
            <p:ph sz="quarter" idx="14"/>
          </p:nvPr>
        </p:nvSpPr>
        <p:spPr>
          <a:xfrm>
            <a:off x="6190488" y="2115403"/>
            <a:ext cx="5353815" cy="4110888"/>
          </a:xfrm>
        </p:spPr>
        <p:txBody>
          <a:bodyPr anchor="t">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AC0D704B-E4D2-B261-890F-35C54C94C6EE}"/>
              </a:ext>
            </a:extLst>
          </p:cNvPr>
          <p:cNvSpPr>
            <a:spLocks noGrp="1"/>
          </p:cNvSpPr>
          <p:nvPr>
            <p:ph type="ftr" sz="quarter" idx="20"/>
          </p:nvPr>
        </p:nvSpPr>
        <p:spPr>
          <a:xfrm>
            <a:off x="6177425" y="6428984"/>
            <a:ext cx="4467829" cy="365125"/>
          </a:xfrm>
        </p:spPr>
        <p:txBody>
          <a:bodyPr anchor="b"/>
          <a:lstStyle/>
          <a:p>
            <a:endParaRPr lang="en-US"/>
          </a:p>
        </p:txBody>
      </p:sp>
      <p:sp>
        <p:nvSpPr>
          <p:cNvPr id="8" name="Slide Number Placeholder 7">
            <a:extLst>
              <a:ext uri="{FF2B5EF4-FFF2-40B4-BE49-F238E27FC236}">
                <a16:creationId xmlns:a16="http://schemas.microsoft.com/office/drawing/2014/main" id="{C5932FFD-B632-F7EE-B653-9A621348C003}"/>
              </a:ext>
            </a:extLst>
          </p:cNvPr>
          <p:cNvSpPr>
            <a:spLocks noGrp="1"/>
          </p:cNvSpPr>
          <p:nvPr>
            <p:ph type="sldNum" sz="quarter" idx="21"/>
          </p:nvPr>
        </p:nvSpPr>
        <p:spPr>
          <a:xfrm>
            <a:off x="10926847" y="6421709"/>
            <a:ext cx="617457" cy="365125"/>
          </a:xfrm>
        </p:spPr>
        <p:txBody>
          <a:bodyPr anchor="b"/>
          <a:lstStyle/>
          <a:p>
            <a:fld id="{33FCC12D-D18B-4ADF-8523-D9CFD64A6F57}" type="slidenum">
              <a:rPr lang="en-US" smtClean="0"/>
              <a:t>‹#›</a:t>
            </a:fld>
            <a:endParaRPr lang="en-US"/>
          </a:p>
        </p:txBody>
      </p:sp>
    </p:spTree>
    <p:extLst>
      <p:ext uri="{BB962C8B-B14F-4D97-AF65-F5344CB8AC3E}">
        <p14:creationId xmlns:p14="http://schemas.microsoft.com/office/powerpoint/2010/main" val="32334154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1348" y="644000"/>
            <a:ext cx="2594550" cy="1877132"/>
          </a:xfrm>
        </p:spPr>
        <p:txBody>
          <a:bodyPr anchor="t" anchorCtr="0">
            <a:noAutofit/>
          </a:bodyPr>
          <a:lstStyle>
            <a:lvl1pPr>
              <a:defRPr sz="5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6740" y="2899954"/>
            <a:ext cx="3610418" cy="331404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02183" y="644000"/>
            <a:ext cx="7183078" cy="5570000"/>
          </a:xfrm>
        </p:spPr>
        <p:txBody>
          <a:bodyPr anchor="b"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6">
            <a:extLst>
              <a:ext uri="{FF2B5EF4-FFF2-40B4-BE49-F238E27FC236}">
                <a16:creationId xmlns:a16="http://schemas.microsoft.com/office/drawing/2014/main" id="{E471EB04-B63C-4629-0688-E2CC8C576A5A}"/>
              </a:ext>
            </a:extLst>
          </p:cNvPr>
          <p:cNvSpPr>
            <a:spLocks noGrp="1"/>
          </p:cNvSpPr>
          <p:nvPr>
            <p:ph type="ftr" sz="quarter" idx="16"/>
          </p:nvPr>
        </p:nvSpPr>
        <p:spPr>
          <a:xfrm>
            <a:off x="545926" y="6438284"/>
            <a:ext cx="5276852" cy="365125"/>
          </a:xfrm>
        </p:spPr>
        <p:txBody>
          <a:bodyPr anchor="b"/>
          <a:lstStyle/>
          <a:p>
            <a:endParaRPr lang="en-US"/>
          </a:p>
        </p:txBody>
      </p:sp>
      <p:sp>
        <p:nvSpPr>
          <p:cNvPr id="12" name="Date Placeholder 5">
            <a:extLst>
              <a:ext uri="{FF2B5EF4-FFF2-40B4-BE49-F238E27FC236}">
                <a16:creationId xmlns:a16="http://schemas.microsoft.com/office/drawing/2014/main" id="{A4924D77-E18C-D84A-F550-9B0188FEBF87}"/>
              </a:ext>
            </a:extLst>
          </p:cNvPr>
          <p:cNvSpPr>
            <a:spLocks noGrp="1"/>
          </p:cNvSpPr>
          <p:nvPr>
            <p:ph type="dt" sz="half" idx="15"/>
          </p:nvPr>
        </p:nvSpPr>
        <p:spPr>
          <a:xfrm>
            <a:off x="6190488" y="6432496"/>
            <a:ext cx="2544079" cy="365125"/>
          </a:xfrm>
        </p:spPr>
        <p:txBody>
          <a:bodyPr anchor="b"/>
          <a:lstStyle/>
          <a:p>
            <a:fld id="{28041092-F484-462C-B464-7F8ACEF06BCC}" type="datetimeFigureOut">
              <a:rPr lang="en-US" smtClean="0"/>
              <a:t>29-Sep-26</a:t>
            </a:fld>
            <a:endParaRPr lang="en-US"/>
          </a:p>
        </p:txBody>
      </p:sp>
      <p:sp>
        <p:nvSpPr>
          <p:cNvPr id="14" name="Slide Number Placeholder 8">
            <a:extLst>
              <a:ext uri="{FF2B5EF4-FFF2-40B4-BE49-F238E27FC236}">
                <a16:creationId xmlns:a16="http://schemas.microsoft.com/office/drawing/2014/main" id="{38B4B455-40D3-EF76-D860-2A6FFBF69836}"/>
              </a:ext>
            </a:extLst>
          </p:cNvPr>
          <p:cNvSpPr>
            <a:spLocks noGrp="1"/>
          </p:cNvSpPr>
          <p:nvPr>
            <p:ph type="sldNum" sz="quarter" idx="17"/>
          </p:nvPr>
        </p:nvSpPr>
        <p:spPr>
          <a:xfrm>
            <a:off x="11099128" y="6438284"/>
            <a:ext cx="429207" cy="365125"/>
          </a:xfrm>
        </p:spPr>
        <p:txBody>
          <a:bodyPr anchor="b"/>
          <a:lstStyle/>
          <a:p>
            <a:fld id="{33FCC12D-D18B-4ADF-8523-D9CFD64A6F57}" type="slidenum">
              <a:rPr lang="en-US" smtClean="0"/>
              <a:t>‹#›</a:t>
            </a:fld>
            <a:endParaRPr lang="en-US"/>
          </a:p>
        </p:txBody>
      </p:sp>
    </p:spTree>
    <p:extLst>
      <p:ext uri="{BB962C8B-B14F-4D97-AF65-F5344CB8AC3E}">
        <p14:creationId xmlns:p14="http://schemas.microsoft.com/office/powerpoint/2010/main" val="4517621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0" y="5504688"/>
            <a:ext cx="5902657" cy="1353312"/>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pic>
        <p:nvPicPr>
          <p:cNvPr id="6" name="Graphic 5">
            <a:extLst>
              <a:ext uri="{FF2B5EF4-FFF2-40B4-BE49-F238E27FC236}">
                <a16:creationId xmlns:a16="http://schemas.microsoft.com/office/drawing/2014/main" id="{BB98C21E-A9AF-D3FB-3F6A-06088553C6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10101" y="5852160"/>
            <a:ext cx="1005840" cy="1005840"/>
          </a:xfrm>
          <a:prstGeom prst="rect">
            <a:avLst/>
          </a:prstGeom>
        </p:spPr>
      </p:pic>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762793" y="100701"/>
            <a:ext cx="429207" cy="365125"/>
          </a:xfrm>
        </p:spPr>
        <p:txBody>
          <a:bodyPr/>
          <a:lstStyle/>
          <a:p>
            <a:fld id="{33FCC12D-D18B-4ADF-8523-D9CFD64A6F57}" type="slidenum">
              <a:rPr lang="en-US" smtClean="0"/>
              <a:t>‹#›</a:t>
            </a:fld>
            <a:endParaRPr lang="en-US"/>
          </a:p>
        </p:txBody>
      </p:sp>
    </p:spTree>
    <p:extLst>
      <p:ext uri="{BB962C8B-B14F-4D97-AF65-F5344CB8AC3E}">
        <p14:creationId xmlns:p14="http://schemas.microsoft.com/office/powerpoint/2010/main" val="26843127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005840"/>
          </a:xfrm>
        </p:spPr>
        <p:txBody>
          <a:bodyPr/>
          <a:lstStyle/>
          <a:p>
            <a:r>
              <a:rPr lang="en-US"/>
              <a:t>Click to edit Master title style</a:t>
            </a:r>
          </a:p>
        </p:txBody>
      </p:sp>
      <p:pic>
        <p:nvPicPr>
          <p:cNvPr id="3" name="Graphic 2">
            <a:extLst>
              <a:ext uri="{FF2B5EF4-FFF2-40B4-BE49-F238E27FC236}">
                <a16:creationId xmlns:a16="http://schemas.microsoft.com/office/drawing/2014/main" id="{832976E3-E745-9DF8-C3E3-53A778D950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96453" y="5852160"/>
            <a:ext cx="1005840" cy="1005840"/>
          </a:xfrm>
          <a:prstGeom prst="rect">
            <a:avLst/>
          </a:prstGeom>
        </p:spPr>
      </p:pic>
      <p:sp>
        <p:nvSpPr>
          <p:cNvPr id="12" name="Footer Placeholder 11">
            <a:extLst>
              <a:ext uri="{FF2B5EF4-FFF2-40B4-BE49-F238E27FC236}">
                <a16:creationId xmlns:a16="http://schemas.microsoft.com/office/drawing/2014/main" id="{6F777942-A24A-16CB-2115-A16E397BBB01}"/>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91D0C3F1-69CA-2A45-33F7-9AF4B8FFEDBC}"/>
              </a:ext>
            </a:extLst>
          </p:cNvPr>
          <p:cNvSpPr>
            <a:spLocks noGrp="1"/>
          </p:cNvSpPr>
          <p:nvPr>
            <p:ph type="dt" sz="half" idx="14"/>
          </p:nvPr>
        </p:nvSpPr>
        <p:spPr/>
        <p:txBody>
          <a:bodyPr/>
          <a:lstStyle/>
          <a:p>
            <a:fld id="{28041092-F484-462C-B464-7F8ACEF06BCC}" type="datetimeFigureOut">
              <a:rPr lang="en-US" smtClean="0"/>
              <a:t>29-Sep-26</a:t>
            </a:fld>
            <a:endParaRPr lang="en-US"/>
          </a:p>
        </p:txBody>
      </p:sp>
      <p:sp>
        <p:nvSpPr>
          <p:cNvPr id="13" name="Slide Number Placeholder 12">
            <a:extLst>
              <a:ext uri="{FF2B5EF4-FFF2-40B4-BE49-F238E27FC236}">
                <a16:creationId xmlns:a16="http://schemas.microsoft.com/office/drawing/2014/main" id="{8DB65802-3866-05DF-F96B-15A117F7C76C}"/>
              </a:ext>
            </a:extLst>
          </p:cNvPr>
          <p:cNvSpPr>
            <a:spLocks noGrp="1"/>
          </p:cNvSpPr>
          <p:nvPr>
            <p:ph type="sldNum" sz="quarter" idx="16"/>
          </p:nvPr>
        </p:nvSpPr>
        <p:spPr/>
        <p:txBody>
          <a:bodyPr/>
          <a:lstStyle/>
          <a:p>
            <a:fld id="{33FCC12D-D18B-4ADF-8523-D9CFD64A6F57}"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470" y="1016759"/>
            <a:ext cx="10082693" cy="584124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197848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83347" y="5852160"/>
            <a:ext cx="1005840" cy="1005840"/>
          </a:xfrm>
          <a:prstGeom prst="rect">
            <a:avLst/>
          </a:prstGeom>
        </p:spPr>
      </p:pic>
      <p:sp>
        <p:nvSpPr>
          <p:cNvPr id="4" name="Title 1">
            <a:extLst>
              <a:ext uri="{FF2B5EF4-FFF2-40B4-BE49-F238E27FC236}">
                <a16:creationId xmlns:a16="http://schemas.microsoft.com/office/drawing/2014/main" id="{CA0FBB42-F049-CCA6-45E1-D60DC58A76F0}"/>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dirty="0"/>
              <a:t>Quote Author</a:t>
            </a:r>
          </a:p>
        </p:txBody>
      </p:sp>
      <p:sp>
        <p:nvSpPr>
          <p:cNvPr id="5" name="Content Placeholder 6">
            <a:extLst>
              <a:ext uri="{FF2B5EF4-FFF2-40B4-BE49-F238E27FC236}">
                <a16:creationId xmlns:a16="http://schemas.microsoft.com/office/drawing/2014/main" id="{2B5E50A9-B175-CA38-A22A-468AE7533B54}"/>
              </a:ext>
            </a:extLst>
          </p:cNvPr>
          <p:cNvSpPr>
            <a:spLocks noGrp="1"/>
          </p:cNvSpPr>
          <p:nvPr>
            <p:ph sz="quarter" idx="13" hasCustomPrompt="1"/>
          </p:nvPr>
        </p:nvSpPr>
        <p:spPr>
          <a:xfrm>
            <a:off x="-18288"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
        <p:nvSpPr>
          <p:cNvPr id="8" name="Slide Number Placeholder 9">
            <a:extLst>
              <a:ext uri="{FF2B5EF4-FFF2-40B4-BE49-F238E27FC236}">
                <a16:creationId xmlns:a16="http://schemas.microsoft.com/office/drawing/2014/main" id="{84D7E47A-F89A-8F43-C300-185AD1461C07}"/>
              </a:ext>
            </a:extLst>
          </p:cNvPr>
          <p:cNvSpPr>
            <a:spLocks noGrp="1"/>
          </p:cNvSpPr>
          <p:nvPr>
            <p:ph type="sldNum" sz="quarter" idx="16"/>
          </p:nvPr>
        </p:nvSpPr>
        <p:spPr>
          <a:xfrm>
            <a:off x="11762793" y="110364"/>
            <a:ext cx="429207" cy="365125"/>
          </a:xfrm>
        </p:spPr>
        <p:txBody>
          <a:bodyPr/>
          <a:lstStyle/>
          <a:p>
            <a:fld id="{33FCC12D-D18B-4ADF-8523-D9CFD64A6F57}" type="slidenum">
              <a:rPr lang="en-US" smtClean="0"/>
              <a:t>‹#›</a:t>
            </a:fld>
            <a:endParaRPr lang="en-US"/>
          </a:p>
        </p:txBody>
      </p:sp>
      <p:sp>
        <p:nvSpPr>
          <p:cNvPr id="10" name="Footer Placeholder 3">
            <a:extLst>
              <a:ext uri="{FF2B5EF4-FFF2-40B4-BE49-F238E27FC236}">
                <a16:creationId xmlns:a16="http://schemas.microsoft.com/office/drawing/2014/main" id="{1CA01B7F-0CDC-9F0A-6B3B-A87674D14D6B}"/>
              </a:ext>
            </a:extLst>
          </p:cNvPr>
          <p:cNvSpPr>
            <a:spLocks noGrp="1"/>
          </p:cNvSpPr>
          <p:nvPr>
            <p:ph type="ftr" sz="quarter" idx="17"/>
          </p:nvPr>
        </p:nvSpPr>
        <p:spPr>
          <a:xfrm>
            <a:off x="6193030" y="6392564"/>
            <a:ext cx="3104866" cy="365125"/>
          </a:xfrm>
        </p:spPr>
        <p:txBody>
          <a:bodyPr anchor="b"/>
          <a:lstStyle/>
          <a:p>
            <a:endParaRPr lang="en-US"/>
          </a:p>
        </p:txBody>
      </p:sp>
    </p:spTree>
    <p:extLst>
      <p:ext uri="{BB962C8B-B14F-4D97-AF65-F5344CB8AC3E}">
        <p14:creationId xmlns:p14="http://schemas.microsoft.com/office/powerpoint/2010/main" val="30151105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A74F0-5415-CAD7-98B3-4A75913F44B5}"/>
              </a:ext>
            </a:extLst>
          </p:cNvPr>
          <p:cNvSpPr>
            <a:spLocks noGrp="1"/>
          </p:cNvSpPr>
          <p:nvPr>
            <p:ph type="title"/>
          </p:nvPr>
        </p:nvSpPr>
        <p:spPr>
          <a:xfrm>
            <a:off x="512064" y="987552"/>
            <a:ext cx="3465576" cy="294436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151E178-0505-15CE-6ACB-7BE1FB1E52EC}"/>
              </a:ext>
            </a:extLst>
          </p:cNvPr>
          <p:cNvSpPr>
            <a:spLocks noGrp="1"/>
          </p:cNvSpPr>
          <p:nvPr>
            <p:ph type="ftr" sz="quarter" idx="11"/>
          </p:nvPr>
        </p:nvSpPr>
        <p:spPr>
          <a:xfrm>
            <a:off x="530353" y="110364"/>
            <a:ext cx="3474720" cy="365125"/>
          </a:xfrm>
        </p:spPr>
        <p:txBody>
          <a:bodyPr/>
          <a:lstStyle/>
          <a:p>
            <a:endParaRPr lang="en-US"/>
          </a:p>
        </p:txBody>
      </p:sp>
      <p:sp>
        <p:nvSpPr>
          <p:cNvPr id="3" name="Date Placeholder 2">
            <a:extLst>
              <a:ext uri="{FF2B5EF4-FFF2-40B4-BE49-F238E27FC236}">
                <a16:creationId xmlns:a16="http://schemas.microsoft.com/office/drawing/2014/main" id="{9B82246E-2BFA-5BAA-F22D-A2618C05A0B2}"/>
              </a:ext>
            </a:extLst>
          </p:cNvPr>
          <p:cNvSpPr>
            <a:spLocks noGrp="1"/>
          </p:cNvSpPr>
          <p:nvPr>
            <p:ph type="dt" sz="half" idx="10"/>
          </p:nvPr>
        </p:nvSpPr>
        <p:spPr>
          <a:xfrm>
            <a:off x="4315968" y="104576"/>
            <a:ext cx="4836883" cy="365125"/>
          </a:xfrm>
        </p:spPr>
        <p:txBody>
          <a:bodyPr/>
          <a:lstStyle/>
          <a:p>
            <a:fld id="{28041092-F484-462C-B464-7F8ACEF06BCC}" type="datetimeFigureOut">
              <a:rPr lang="en-US" smtClean="0"/>
              <a:t>29-Sep-26</a:t>
            </a:fld>
            <a:endParaRPr lang="en-US"/>
          </a:p>
        </p:txBody>
      </p:sp>
      <p:sp>
        <p:nvSpPr>
          <p:cNvPr id="5" name="Slide Number Placeholder 4">
            <a:extLst>
              <a:ext uri="{FF2B5EF4-FFF2-40B4-BE49-F238E27FC236}">
                <a16:creationId xmlns:a16="http://schemas.microsoft.com/office/drawing/2014/main" id="{BD4BA02B-433E-FB95-6E96-11393CDBD0CB}"/>
              </a:ext>
            </a:extLst>
          </p:cNvPr>
          <p:cNvSpPr>
            <a:spLocks noGrp="1"/>
          </p:cNvSpPr>
          <p:nvPr>
            <p:ph type="sldNum" sz="quarter" idx="12"/>
          </p:nvPr>
        </p:nvSpPr>
        <p:spPr/>
        <p:txBody>
          <a:bodyPr/>
          <a:lstStyle/>
          <a:p>
            <a:fld id="{33FCC12D-D18B-4ADF-8523-D9CFD64A6F57}" type="slidenum">
              <a:rPr lang="en-US" smtClean="0"/>
              <a:t>‹#›</a:t>
            </a:fld>
            <a:endParaRPr lang="en-US"/>
          </a:p>
        </p:txBody>
      </p:sp>
      <p:sp>
        <p:nvSpPr>
          <p:cNvPr id="8" name="Content Placeholder 3">
            <a:extLst>
              <a:ext uri="{FF2B5EF4-FFF2-40B4-BE49-F238E27FC236}">
                <a16:creationId xmlns:a16="http://schemas.microsoft.com/office/drawing/2014/main" id="{F74B4B98-ABA0-9FD3-485A-984EDEEB4469}"/>
              </a:ext>
            </a:extLst>
          </p:cNvPr>
          <p:cNvSpPr>
            <a:spLocks noGrp="1"/>
          </p:cNvSpPr>
          <p:nvPr>
            <p:ph sz="quarter" idx="17"/>
          </p:nvPr>
        </p:nvSpPr>
        <p:spPr>
          <a:xfrm>
            <a:off x="4315966" y="987552"/>
            <a:ext cx="7446825"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9">
            <a:extLst>
              <a:ext uri="{FF2B5EF4-FFF2-40B4-BE49-F238E27FC236}">
                <a16:creationId xmlns:a16="http://schemas.microsoft.com/office/drawing/2014/main" id="{3822067E-4B47-03C7-3636-0C6F8324E1E9}"/>
              </a:ext>
            </a:extLst>
          </p:cNvPr>
          <p:cNvSpPr>
            <a:spLocks noGrp="1"/>
          </p:cNvSpPr>
          <p:nvPr>
            <p:ph sz="quarter" idx="18"/>
          </p:nvPr>
        </p:nvSpPr>
        <p:spPr>
          <a:xfrm>
            <a:off x="4315967" y="3931920"/>
            <a:ext cx="7446824"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608639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F29C1-2D4D-0529-EAD3-926838F41BF8}"/>
              </a:ext>
            </a:extLst>
          </p:cNvPr>
          <p:cNvSpPr>
            <a:spLocks noGrp="1"/>
          </p:cNvSpPr>
          <p:nvPr>
            <p:ph type="title"/>
          </p:nvPr>
        </p:nvSpPr>
        <p:spPr>
          <a:xfrm>
            <a:off x="512064" y="630936"/>
            <a:ext cx="11018520"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A6A1D5A-FFC5-5F10-90D2-A3FBCC3129EF}"/>
              </a:ext>
            </a:extLst>
          </p:cNvPr>
          <p:cNvSpPr>
            <a:spLocks noGrp="1"/>
          </p:cNvSpPr>
          <p:nvPr>
            <p:ph type="ftr" sz="quarter" idx="11"/>
          </p:nvPr>
        </p:nvSpPr>
        <p:spPr>
          <a:xfrm>
            <a:off x="530352" y="110364"/>
            <a:ext cx="5276852" cy="365125"/>
          </a:xfrm>
        </p:spPr>
        <p:txBody>
          <a:bodyPr/>
          <a:lstStyle/>
          <a:p>
            <a:endParaRPr lang="en-US"/>
          </a:p>
        </p:txBody>
      </p:sp>
      <p:sp>
        <p:nvSpPr>
          <p:cNvPr id="3" name="Date Placeholder 2">
            <a:extLst>
              <a:ext uri="{FF2B5EF4-FFF2-40B4-BE49-F238E27FC236}">
                <a16:creationId xmlns:a16="http://schemas.microsoft.com/office/drawing/2014/main" id="{FE1BD63D-FC9C-D946-5560-869AEDE315EA}"/>
              </a:ext>
            </a:extLst>
          </p:cNvPr>
          <p:cNvSpPr>
            <a:spLocks noGrp="1"/>
          </p:cNvSpPr>
          <p:nvPr>
            <p:ph type="dt" sz="half" idx="10"/>
          </p:nvPr>
        </p:nvSpPr>
        <p:spPr>
          <a:xfrm>
            <a:off x="6190488" y="104576"/>
            <a:ext cx="4836883" cy="365125"/>
          </a:xfrm>
        </p:spPr>
        <p:txBody>
          <a:bodyPr/>
          <a:lstStyle/>
          <a:p>
            <a:fld id="{28041092-F484-462C-B464-7F8ACEF06BCC}" type="datetimeFigureOut">
              <a:rPr lang="en-US" smtClean="0"/>
              <a:t>29-Sep-26</a:t>
            </a:fld>
            <a:endParaRPr lang="en-US"/>
          </a:p>
        </p:txBody>
      </p:sp>
      <p:sp>
        <p:nvSpPr>
          <p:cNvPr id="5" name="Slide Number Placeholder 4">
            <a:extLst>
              <a:ext uri="{FF2B5EF4-FFF2-40B4-BE49-F238E27FC236}">
                <a16:creationId xmlns:a16="http://schemas.microsoft.com/office/drawing/2014/main" id="{822EF08D-93E2-AF7A-F559-DDB0B35B8781}"/>
              </a:ext>
            </a:extLst>
          </p:cNvPr>
          <p:cNvSpPr>
            <a:spLocks noGrp="1"/>
          </p:cNvSpPr>
          <p:nvPr>
            <p:ph type="sldNum" sz="quarter" idx="12"/>
          </p:nvPr>
        </p:nvSpPr>
        <p:spPr/>
        <p:txBody>
          <a:bodyPr/>
          <a:lstStyle/>
          <a:p>
            <a:fld id="{33FCC12D-D18B-4ADF-8523-D9CFD64A6F57}" type="slidenum">
              <a:rPr lang="en-US" smtClean="0"/>
              <a:t>‹#›</a:t>
            </a:fld>
            <a:endParaRPr lang="en-US"/>
          </a:p>
        </p:txBody>
      </p:sp>
      <p:sp>
        <p:nvSpPr>
          <p:cNvPr id="6" name="Text Placeholder 2">
            <a:extLst>
              <a:ext uri="{FF2B5EF4-FFF2-40B4-BE49-F238E27FC236}">
                <a16:creationId xmlns:a16="http://schemas.microsoft.com/office/drawing/2014/main" id="{148CB9E0-8B46-6608-0C37-7C5ABA9B47A8}"/>
              </a:ext>
            </a:extLst>
          </p:cNvPr>
          <p:cNvSpPr>
            <a:spLocks noGrp="1"/>
          </p:cNvSpPr>
          <p:nvPr>
            <p:ph type="body" idx="1"/>
          </p:nvPr>
        </p:nvSpPr>
        <p:spPr>
          <a:xfrm>
            <a:off x="530352" y="2286000"/>
            <a:ext cx="5184648" cy="534033"/>
          </a:xfrm>
        </p:spPr>
        <p:txBody>
          <a:bodyPr/>
          <a:lstStyle/>
          <a:p>
            <a:pPr lvl="0"/>
            <a:r>
              <a:rPr lang="en-US"/>
              <a:t>Click to edit Master text styles</a:t>
            </a:r>
          </a:p>
        </p:txBody>
      </p:sp>
      <p:sp>
        <p:nvSpPr>
          <p:cNvPr id="10" name="Content Placeholder 5">
            <a:extLst>
              <a:ext uri="{FF2B5EF4-FFF2-40B4-BE49-F238E27FC236}">
                <a16:creationId xmlns:a16="http://schemas.microsoft.com/office/drawing/2014/main" id="{C2C05A59-CCEE-1225-7022-B1DA682C7041}"/>
              </a:ext>
            </a:extLst>
          </p:cNvPr>
          <p:cNvSpPr>
            <a:spLocks noGrp="1"/>
          </p:cNvSpPr>
          <p:nvPr>
            <p:ph sz="quarter" idx="17"/>
          </p:nvPr>
        </p:nvSpPr>
        <p:spPr>
          <a:xfrm>
            <a:off x="530351" y="2980943"/>
            <a:ext cx="5183188" cy="35861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4">
            <a:extLst>
              <a:ext uri="{FF2B5EF4-FFF2-40B4-BE49-F238E27FC236}">
                <a16:creationId xmlns:a16="http://schemas.microsoft.com/office/drawing/2014/main" id="{86471C19-5F51-6595-B72A-4BFC1E553DC0}"/>
              </a:ext>
            </a:extLst>
          </p:cNvPr>
          <p:cNvSpPr>
            <a:spLocks noGrp="1"/>
          </p:cNvSpPr>
          <p:nvPr>
            <p:ph type="body" sz="quarter" idx="3"/>
          </p:nvPr>
        </p:nvSpPr>
        <p:spPr>
          <a:xfrm>
            <a:off x="6190488" y="2286000"/>
            <a:ext cx="5183188" cy="534033"/>
          </a:xfrm>
        </p:spPr>
        <p:txBody>
          <a:bodyPr/>
          <a:lstStyle/>
          <a:p>
            <a:pPr lvl="0"/>
            <a:r>
              <a:rPr lang="en-US"/>
              <a:t>Click to edit Master text styles</a:t>
            </a:r>
          </a:p>
        </p:txBody>
      </p:sp>
      <p:sp>
        <p:nvSpPr>
          <p:cNvPr id="11" name="Content Placeholder 11">
            <a:extLst>
              <a:ext uri="{FF2B5EF4-FFF2-40B4-BE49-F238E27FC236}">
                <a16:creationId xmlns:a16="http://schemas.microsoft.com/office/drawing/2014/main" id="{0AB20C10-A144-EF5E-8276-7E736CE87590}"/>
              </a:ext>
            </a:extLst>
          </p:cNvPr>
          <p:cNvSpPr>
            <a:spLocks noGrp="1"/>
          </p:cNvSpPr>
          <p:nvPr>
            <p:ph sz="quarter" idx="18"/>
          </p:nvPr>
        </p:nvSpPr>
        <p:spPr>
          <a:xfrm>
            <a:off x="6190488" y="2980944"/>
            <a:ext cx="5183188" cy="35861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241667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D1F904E-1F4C-373E-2E2B-D7478F70F195}"/>
              </a:ext>
            </a:extLst>
          </p:cNvPr>
          <p:cNvSpPr>
            <a:spLocks noGrp="1"/>
          </p:cNvSpPr>
          <p:nvPr>
            <p:ph type="title"/>
          </p:nvPr>
        </p:nvSpPr>
        <p:spPr>
          <a:xfrm>
            <a:off x="502920" y="644663"/>
            <a:ext cx="11045952"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0352" y="109728"/>
            <a:ext cx="5276852" cy="365125"/>
          </a:xfrm>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8041092-F484-462C-B464-7F8ACEF06BCC}" type="datetimeFigureOut">
              <a:rPr lang="en-US" smtClean="0"/>
              <a:t>29-Sep-26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231928" y="110364"/>
            <a:ext cx="429207" cy="365125"/>
          </a:xfrm>
        </p:spPr>
        <p:txBody>
          <a:bodyPr/>
          <a:lstStyle/>
          <a:p>
            <a:fld id="{33FCC12D-D18B-4ADF-8523-D9CFD64A6F57}" type="slidenum">
              <a:rPr lang="en-US" smtClean="0"/>
              <a:t>‹#›</a:t>
            </a:fld>
            <a:endParaRPr lang="en-US"/>
          </a:p>
        </p:txBody>
      </p:sp>
    </p:spTree>
    <p:extLst>
      <p:ext uri="{BB962C8B-B14F-4D97-AF65-F5344CB8AC3E}">
        <p14:creationId xmlns:p14="http://schemas.microsoft.com/office/powerpoint/2010/main" val="34746450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1AD1B27E-1142-7BB8-1DE8-D31FA8AA8F10}"/>
              </a:ext>
            </a:extLst>
          </p:cNvPr>
          <p:cNvSpPr>
            <a:spLocks noGrp="1"/>
          </p:cNvSpPr>
          <p:nvPr>
            <p:ph type="ftr" sz="quarter" idx="11"/>
          </p:nvPr>
        </p:nvSpPr>
        <p:spPr>
          <a:xfrm>
            <a:off x="0" y="100701"/>
            <a:ext cx="5898630" cy="365125"/>
          </a:xfrm>
        </p:spPr>
        <p:txBody>
          <a:bodyPr/>
          <a:lstStyle/>
          <a:p>
            <a:endParaRPr lang="en-US"/>
          </a:p>
        </p:txBody>
      </p:sp>
      <p:sp>
        <p:nvSpPr>
          <p:cNvPr id="5" name="Date Placeholder 3">
            <a:extLst>
              <a:ext uri="{FF2B5EF4-FFF2-40B4-BE49-F238E27FC236}">
                <a16:creationId xmlns:a16="http://schemas.microsoft.com/office/drawing/2014/main" id="{D900E2BC-FCC7-E994-4648-A42CDE518612}"/>
              </a:ext>
            </a:extLst>
          </p:cNvPr>
          <p:cNvSpPr>
            <a:spLocks noGrp="1"/>
          </p:cNvSpPr>
          <p:nvPr>
            <p:ph type="dt" sz="half" idx="10"/>
          </p:nvPr>
        </p:nvSpPr>
        <p:spPr>
          <a:xfrm>
            <a:off x="6217920" y="100701"/>
            <a:ext cx="5332001" cy="365125"/>
          </a:xfrm>
        </p:spPr>
        <p:txBody>
          <a:bodyPr/>
          <a:lstStyle/>
          <a:p>
            <a:fld id="{28041092-F484-462C-B464-7F8ACEF06BCC}" type="datetimeFigureOut">
              <a:rPr lang="en-US" smtClean="0"/>
              <a:t>29-Sep-26</a:t>
            </a:fld>
            <a:endParaRPr lang="en-US"/>
          </a:p>
        </p:txBody>
      </p:sp>
      <p:sp>
        <p:nvSpPr>
          <p:cNvPr id="7" name="Slide Number Placeholder 5">
            <a:extLst>
              <a:ext uri="{FF2B5EF4-FFF2-40B4-BE49-F238E27FC236}">
                <a16:creationId xmlns:a16="http://schemas.microsoft.com/office/drawing/2014/main" id="{9E211A59-CFA8-A0B1-4A4C-E446F90726C5}"/>
              </a:ext>
            </a:extLst>
          </p:cNvPr>
          <p:cNvSpPr>
            <a:spLocks noGrp="1"/>
          </p:cNvSpPr>
          <p:nvPr>
            <p:ph type="sldNum" sz="quarter" idx="12"/>
          </p:nvPr>
        </p:nvSpPr>
        <p:spPr>
          <a:xfrm>
            <a:off x="11762793" y="100701"/>
            <a:ext cx="429207" cy="365125"/>
          </a:xfrm>
        </p:spPr>
        <p:txBody>
          <a:bodyPr/>
          <a:lstStyle/>
          <a:p>
            <a:fld id="{33FCC12D-D18B-4ADF-8523-D9CFD64A6F57}" type="slidenum">
              <a:rPr lang="en-US" smtClean="0"/>
              <a:t>‹#›</a:t>
            </a:fld>
            <a:endParaRPr lang="en-US"/>
          </a:p>
        </p:txBody>
      </p:sp>
    </p:spTree>
    <p:extLst>
      <p:ext uri="{BB962C8B-B14F-4D97-AF65-F5344CB8AC3E}">
        <p14:creationId xmlns:p14="http://schemas.microsoft.com/office/powerpoint/2010/main" val="30059231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5926" y="655093"/>
            <a:ext cx="10982409" cy="1528549"/>
          </a:xfrm>
        </p:spPr>
        <p:txBody>
          <a:bodyPr anchor="t">
            <a:noAutofit/>
          </a:bodyPr>
          <a:lstStyle>
            <a:lvl1pPr>
              <a:defRPr sz="5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5926" y="2497540"/>
            <a:ext cx="10982409" cy="338464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5">
            <a:extLst>
              <a:ext uri="{FF2B5EF4-FFF2-40B4-BE49-F238E27FC236}">
                <a16:creationId xmlns:a16="http://schemas.microsoft.com/office/drawing/2014/main" id="{BD7A9B30-35AB-D437-5276-473CFE5169DF}"/>
              </a:ext>
            </a:extLst>
          </p:cNvPr>
          <p:cNvSpPr>
            <a:spLocks noGrp="1"/>
          </p:cNvSpPr>
          <p:nvPr>
            <p:ph type="ftr" sz="quarter" idx="16"/>
          </p:nvPr>
        </p:nvSpPr>
        <p:spPr>
          <a:xfrm>
            <a:off x="545926" y="6438284"/>
            <a:ext cx="5276852" cy="365125"/>
          </a:xfrm>
        </p:spPr>
        <p:txBody>
          <a:bodyPr/>
          <a:lstStyle/>
          <a:p>
            <a:endParaRPr lang="en-US"/>
          </a:p>
        </p:txBody>
      </p:sp>
      <p:sp>
        <p:nvSpPr>
          <p:cNvPr id="4" name="Date Placeholder 4">
            <a:extLst>
              <a:ext uri="{FF2B5EF4-FFF2-40B4-BE49-F238E27FC236}">
                <a16:creationId xmlns:a16="http://schemas.microsoft.com/office/drawing/2014/main" id="{0D033E8C-C8B6-A9F1-6B99-0610AEC435CB}"/>
              </a:ext>
            </a:extLst>
          </p:cNvPr>
          <p:cNvSpPr>
            <a:spLocks noGrp="1"/>
          </p:cNvSpPr>
          <p:nvPr>
            <p:ph type="dt" sz="half" idx="15"/>
          </p:nvPr>
        </p:nvSpPr>
        <p:spPr>
          <a:xfrm>
            <a:off x="6190488" y="6432496"/>
            <a:ext cx="2544079" cy="365125"/>
          </a:xfrm>
        </p:spPr>
        <p:txBody>
          <a:bodyPr/>
          <a:lstStyle/>
          <a:p>
            <a:fld id="{28041092-F484-462C-B464-7F8ACEF06BCC}" type="datetimeFigureOut">
              <a:rPr lang="en-US" smtClean="0"/>
              <a:t>29-Sep-26</a:t>
            </a:fld>
            <a:endParaRPr lang="en-US"/>
          </a:p>
        </p:txBody>
      </p:sp>
      <p:sp>
        <p:nvSpPr>
          <p:cNvPr id="6" name="Slide Number Placeholder 6">
            <a:extLst>
              <a:ext uri="{FF2B5EF4-FFF2-40B4-BE49-F238E27FC236}">
                <a16:creationId xmlns:a16="http://schemas.microsoft.com/office/drawing/2014/main" id="{09C00759-43C5-D4A5-6597-C9F31C4DA2AA}"/>
              </a:ext>
            </a:extLst>
          </p:cNvPr>
          <p:cNvSpPr>
            <a:spLocks noGrp="1"/>
          </p:cNvSpPr>
          <p:nvPr>
            <p:ph type="sldNum" sz="quarter" idx="17"/>
          </p:nvPr>
        </p:nvSpPr>
        <p:spPr>
          <a:xfrm>
            <a:off x="11099128" y="6438284"/>
            <a:ext cx="429207" cy="365125"/>
          </a:xfrm>
        </p:spPr>
        <p:txBody>
          <a:bodyPr/>
          <a:lstStyle/>
          <a:p>
            <a:fld id="{33FCC12D-D18B-4ADF-8523-D9CFD64A6F57}" type="slidenum">
              <a:rPr lang="en-US" smtClean="0"/>
              <a:t>‹#›</a:t>
            </a:fld>
            <a:endParaRPr lang="en-US"/>
          </a:p>
        </p:txBody>
      </p:sp>
    </p:spTree>
    <p:extLst>
      <p:ext uri="{BB962C8B-B14F-4D97-AF65-F5344CB8AC3E}">
        <p14:creationId xmlns:p14="http://schemas.microsoft.com/office/powerpoint/2010/main" val="3677442536"/>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18615" y="2883090"/>
            <a:ext cx="7741851" cy="1842020"/>
          </a:xfrm>
        </p:spPr>
        <p:txBody>
          <a:bodyPr anchor="b">
            <a:noAutofit/>
          </a:bodyPr>
          <a:lstStyle>
            <a:lvl1pPr>
              <a:defRPr sz="5600"/>
            </a:lvl1pPr>
          </a:lstStyle>
          <a:p>
            <a:r>
              <a:rPr lang="en-US"/>
              <a:t>Click to edit Master title style</a:t>
            </a:r>
            <a:endParaRPr lang="en-US" dirty="0"/>
          </a:p>
        </p:txBody>
      </p:sp>
      <p:sp>
        <p:nvSpPr>
          <p:cNvPr id="9" name="Footer Placeholder 4">
            <a:extLst>
              <a:ext uri="{FF2B5EF4-FFF2-40B4-BE49-F238E27FC236}">
                <a16:creationId xmlns:a16="http://schemas.microsoft.com/office/drawing/2014/main" id="{C9D34928-44CA-ACCE-36AD-37689020A379}"/>
              </a:ext>
            </a:extLst>
          </p:cNvPr>
          <p:cNvSpPr>
            <a:spLocks noGrp="1"/>
          </p:cNvSpPr>
          <p:nvPr>
            <p:ph type="ftr" sz="quarter" idx="11"/>
          </p:nvPr>
        </p:nvSpPr>
        <p:spPr>
          <a:xfrm>
            <a:off x="536906" y="100701"/>
            <a:ext cx="5361724" cy="365125"/>
          </a:xfrm>
        </p:spPr>
        <p:txBody>
          <a:bodyPr/>
          <a:lstStyle/>
          <a:p>
            <a:endParaRPr lang="en-US"/>
          </a:p>
        </p:txBody>
      </p:sp>
      <p:sp>
        <p:nvSpPr>
          <p:cNvPr id="8" name="Date Placeholder 3">
            <a:extLst>
              <a:ext uri="{FF2B5EF4-FFF2-40B4-BE49-F238E27FC236}">
                <a16:creationId xmlns:a16="http://schemas.microsoft.com/office/drawing/2014/main" id="{B6F43E62-A9B0-571B-E3BD-354206A884CF}"/>
              </a:ext>
            </a:extLst>
          </p:cNvPr>
          <p:cNvSpPr>
            <a:spLocks noGrp="1"/>
          </p:cNvSpPr>
          <p:nvPr>
            <p:ph type="dt" sz="half" idx="10"/>
          </p:nvPr>
        </p:nvSpPr>
        <p:spPr>
          <a:xfrm>
            <a:off x="6217921" y="100701"/>
            <a:ext cx="2526030" cy="365125"/>
          </a:xfrm>
        </p:spPr>
        <p:txBody>
          <a:bodyPr/>
          <a:lstStyle/>
          <a:p>
            <a:fld id="{28041092-F484-462C-B464-7F8ACEF06BCC}" type="datetimeFigureOut">
              <a:rPr lang="en-US" smtClean="0"/>
              <a:t>29-Sep-26</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6905" y="4922111"/>
            <a:ext cx="7741850" cy="1279615"/>
          </a:xfrm>
        </p:spPr>
        <p:txBody>
          <a:bodyPr anchor="t">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762793" y="6392174"/>
            <a:ext cx="429207" cy="365125"/>
          </a:xfrm>
        </p:spPr>
        <p:txBody>
          <a:bodyPr anchor="b"/>
          <a:lstStyle/>
          <a:p>
            <a:fld id="{33FCC12D-D18B-4ADF-8523-D9CFD64A6F57}" type="slidenum">
              <a:rPr lang="en-US" smtClean="0"/>
              <a:t>‹#›</a:t>
            </a:fld>
            <a:endParaRPr lang="en-US"/>
          </a:p>
        </p:txBody>
      </p:sp>
      <p:sp>
        <p:nvSpPr>
          <p:cNvPr id="3" name="Oval 2">
            <a:extLst>
              <a:ext uri="{FF2B5EF4-FFF2-40B4-BE49-F238E27FC236}">
                <a16:creationId xmlns:a16="http://schemas.microsoft.com/office/drawing/2014/main" id="{D3CF16D9-01F3-6CE6-7291-C344E099BBD0}"/>
              </a:ext>
            </a:extLst>
          </p:cNvPr>
          <p:cNvSpPr/>
          <p:nvPr/>
        </p:nvSpPr>
        <p:spPr>
          <a:xfrm>
            <a:off x="8454179" y="100701"/>
            <a:ext cx="3557904" cy="3557904"/>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6664478"/>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CC9EB-DC0E-D122-A769-51C36E61D5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7399DB-95F0-6365-7CBE-94E058219E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967C49-9B53-8F31-B7AC-3DD3F0216E5B}"/>
              </a:ext>
            </a:extLst>
          </p:cNvPr>
          <p:cNvSpPr>
            <a:spLocks noGrp="1"/>
          </p:cNvSpPr>
          <p:nvPr>
            <p:ph type="dt" sz="half" idx="10"/>
          </p:nvPr>
        </p:nvSpPr>
        <p:spPr/>
        <p:txBody>
          <a:bodyPr/>
          <a:lstStyle/>
          <a:p>
            <a:fld id="{28041092-F484-462C-B464-7F8ACEF06BCC}" type="datetimeFigureOut">
              <a:rPr lang="en-US" smtClean="0"/>
              <a:t>29-Sep-26</a:t>
            </a:fld>
            <a:endParaRPr lang="en-US"/>
          </a:p>
        </p:txBody>
      </p:sp>
      <p:sp>
        <p:nvSpPr>
          <p:cNvPr id="5" name="Footer Placeholder 4">
            <a:extLst>
              <a:ext uri="{FF2B5EF4-FFF2-40B4-BE49-F238E27FC236}">
                <a16:creationId xmlns:a16="http://schemas.microsoft.com/office/drawing/2014/main" id="{478FE890-9FDB-6453-B8D2-FEBCCEAE70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7BC023-E3A0-6D1D-6210-325AF939D0E9}"/>
              </a:ext>
            </a:extLst>
          </p:cNvPr>
          <p:cNvSpPr>
            <a:spLocks noGrp="1"/>
          </p:cNvSpPr>
          <p:nvPr>
            <p:ph type="sldNum" sz="quarter" idx="12"/>
          </p:nvPr>
        </p:nvSpPr>
        <p:spPr/>
        <p:txBody>
          <a:bodyPr/>
          <a:lstStyle/>
          <a:p>
            <a:fld id="{33FCC12D-D18B-4ADF-8523-D9CFD64A6F57}" type="slidenum">
              <a:rPr lang="en-US" smtClean="0"/>
              <a:t>‹#›</a:t>
            </a:fld>
            <a:endParaRPr lang="en-US"/>
          </a:p>
        </p:txBody>
      </p:sp>
    </p:spTree>
    <p:extLst>
      <p:ext uri="{BB962C8B-B14F-4D97-AF65-F5344CB8AC3E}">
        <p14:creationId xmlns:p14="http://schemas.microsoft.com/office/powerpoint/2010/main" val="21106939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DD058-CAE1-A06B-DF90-8D04FD59E8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C978211-C374-80AC-DE1B-1EB140D5D4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772216-3430-2961-CE93-86CCE2C2F02F}"/>
              </a:ext>
            </a:extLst>
          </p:cNvPr>
          <p:cNvSpPr>
            <a:spLocks noGrp="1"/>
          </p:cNvSpPr>
          <p:nvPr>
            <p:ph type="dt" sz="half" idx="10"/>
          </p:nvPr>
        </p:nvSpPr>
        <p:spPr/>
        <p:txBody>
          <a:bodyPr/>
          <a:lstStyle/>
          <a:p>
            <a:fld id="{28041092-F484-462C-B464-7F8ACEF06BCC}" type="datetimeFigureOut">
              <a:rPr lang="en-US" smtClean="0"/>
              <a:t>29-Sep-26</a:t>
            </a:fld>
            <a:endParaRPr lang="en-US"/>
          </a:p>
        </p:txBody>
      </p:sp>
      <p:sp>
        <p:nvSpPr>
          <p:cNvPr id="5" name="Footer Placeholder 4">
            <a:extLst>
              <a:ext uri="{FF2B5EF4-FFF2-40B4-BE49-F238E27FC236}">
                <a16:creationId xmlns:a16="http://schemas.microsoft.com/office/drawing/2014/main" id="{6F1BE48F-199A-9109-1D24-822227573E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410B95-6D36-20F4-0C6D-B264006ED4F8}"/>
              </a:ext>
            </a:extLst>
          </p:cNvPr>
          <p:cNvSpPr>
            <a:spLocks noGrp="1"/>
          </p:cNvSpPr>
          <p:nvPr>
            <p:ph type="sldNum" sz="quarter" idx="12"/>
          </p:nvPr>
        </p:nvSpPr>
        <p:spPr/>
        <p:txBody>
          <a:bodyPr/>
          <a:lstStyle/>
          <a:p>
            <a:fld id="{33FCC12D-D18B-4ADF-8523-D9CFD64A6F57}" type="slidenum">
              <a:rPr lang="en-US" smtClean="0"/>
              <a:t>‹#›</a:t>
            </a:fld>
            <a:endParaRPr lang="en-US"/>
          </a:p>
        </p:txBody>
      </p:sp>
    </p:spTree>
    <p:extLst>
      <p:ext uri="{BB962C8B-B14F-4D97-AF65-F5344CB8AC3E}">
        <p14:creationId xmlns:p14="http://schemas.microsoft.com/office/powerpoint/2010/main" val="3051973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 y="644663"/>
            <a:ext cx="12001592" cy="10883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90488" y="104576"/>
            <a:ext cx="4836883"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fld id="{28041092-F484-462C-B464-7F8ACEF06BCC}" type="datetimeFigureOut">
              <a:rPr lang="en-US" smtClean="0"/>
              <a:t>29-Sep-26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4501" y="110364"/>
            <a:ext cx="5276852"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762792" y="110364"/>
            <a:ext cx="429207" cy="365125"/>
          </a:xfrm>
          <a:prstGeom prst="rect">
            <a:avLst/>
          </a:prstGeom>
        </p:spPr>
        <p:txBody>
          <a:bodyPr vert="horz" lIns="91440" tIns="45720" rIns="91440" bIns="45720" rtlCol="0" anchor="t"/>
          <a:lstStyle>
            <a:lvl1pPr algn="r" rtl="0">
              <a:lnSpc>
                <a:spcPct val="80000"/>
              </a:lnSpc>
              <a:defRPr sz="1000">
                <a:solidFill>
                  <a:schemeClr val="tx1"/>
                </a:solidFill>
                <a:latin typeface="+mn-lt"/>
              </a:defRPr>
            </a:lvl1pPr>
          </a:lstStyle>
          <a:p>
            <a:fld id="{33FCC12D-D18B-4ADF-8523-D9CFD64A6F57}" type="slidenum">
              <a:rPr lang="en-US" smtClean="0"/>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0" y="1907521"/>
            <a:ext cx="12001592" cy="48401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696585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Lst>
  <p:txStyles>
    <p:title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p:titleStyle>
    <p:body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B9036-6B69-08FA-2071-E88CC77D6ACC}"/>
              </a:ext>
            </a:extLst>
          </p:cNvPr>
          <p:cNvSpPr>
            <a:spLocks noGrp="1"/>
          </p:cNvSpPr>
          <p:nvPr>
            <p:ph type="title"/>
          </p:nvPr>
        </p:nvSpPr>
        <p:spPr/>
        <p:txBody>
          <a:bodyPr/>
          <a:lstStyle/>
          <a:p>
            <a:pPr algn="ctr"/>
            <a:r>
              <a:rPr lang="en-US" b="1" dirty="0">
                <a:solidFill>
                  <a:srgbClr val="FF0000"/>
                </a:solidFill>
              </a:rPr>
              <a:t>Presentation on Hodgkin’s lymphoma</a:t>
            </a:r>
          </a:p>
        </p:txBody>
      </p:sp>
      <p:sp>
        <p:nvSpPr>
          <p:cNvPr id="3" name="Content Placeholder 2">
            <a:extLst>
              <a:ext uri="{FF2B5EF4-FFF2-40B4-BE49-F238E27FC236}">
                <a16:creationId xmlns:a16="http://schemas.microsoft.com/office/drawing/2014/main" id="{0C5433ED-57A6-D9C0-1C88-A5146F9D119E}"/>
              </a:ext>
            </a:extLst>
          </p:cNvPr>
          <p:cNvSpPr>
            <a:spLocks noGrp="1"/>
          </p:cNvSpPr>
          <p:nvPr>
            <p:ph idx="1"/>
          </p:nvPr>
        </p:nvSpPr>
        <p:spPr/>
        <p:txBody>
          <a:bodyPr/>
          <a:lstStyle/>
          <a:p>
            <a:pPr marL="0" indent="0" algn="ctr">
              <a:buNone/>
            </a:pPr>
            <a:r>
              <a:rPr lang="en-US" sz="4800" b="1" dirty="0"/>
              <a:t>GROUP MEMBERS </a:t>
            </a:r>
          </a:p>
          <a:p>
            <a:pPr marL="0" indent="0" algn="ctr">
              <a:buNone/>
            </a:pPr>
            <a:endParaRPr lang="en-US" dirty="0"/>
          </a:p>
        </p:txBody>
      </p:sp>
      <p:graphicFrame>
        <p:nvGraphicFramePr>
          <p:cNvPr id="4" name="Table 3">
            <a:extLst>
              <a:ext uri="{FF2B5EF4-FFF2-40B4-BE49-F238E27FC236}">
                <a16:creationId xmlns:a16="http://schemas.microsoft.com/office/drawing/2014/main" id="{59EA9A43-758D-7542-862E-C984F9A7E538}"/>
              </a:ext>
            </a:extLst>
          </p:cNvPr>
          <p:cNvGraphicFramePr>
            <a:graphicFrameLocks noGrp="1"/>
          </p:cNvGraphicFramePr>
          <p:nvPr>
            <p:extLst>
              <p:ext uri="{D42A27DB-BD31-4B8C-83A1-F6EECF244321}">
                <p14:modId xmlns:p14="http://schemas.microsoft.com/office/powerpoint/2010/main" val="2940834672"/>
              </p:ext>
            </p:extLst>
          </p:nvPr>
        </p:nvGraphicFramePr>
        <p:xfrm>
          <a:off x="190406" y="2503383"/>
          <a:ext cx="11811186" cy="4227200"/>
        </p:xfrm>
        <a:graphic>
          <a:graphicData uri="http://schemas.openxmlformats.org/drawingml/2006/table">
            <a:tbl>
              <a:tblPr firstRow="1" bandRow="1">
                <a:tableStyleId>{5C22544A-7EE6-4342-B048-85BDC9FD1C3A}</a:tableStyleId>
              </a:tblPr>
              <a:tblGrid>
                <a:gridCol w="3947422">
                  <a:extLst>
                    <a:ext uri="{9D8B030D-6E8A-4147-A177-3AD203B41FA5}">
                      <a16:colId xmlns:a16="http://schemas.microsoft.com/office/drawing/2014/main" val="734254007"/>
                    </a:ext>
                  </a:extLst>
                </a:gridCol>
                <a:gridCol w="3931882">
                  <a:extLst>
                    <a:ext uri="{9D8B030D-6E8A-4147-A177-3AD203B41FA5}">
                      <a16:colId xmlns:a16="http://schemas.microsoft.com/office/drawing/2014/main" val="2732142853"/>
                    </a:ext>
                  </a:extLst>
                </a:gridCol>
                <a:gridCol w="3931882">
                  <a:extLst>
                    <a:ext uri="{9D8B030D-6E8A-4147-A177-3AD203B41FA5}">
                      <a16:colId xmlns:a16="http://schemas.microsoft.com/office/drawing/2014/main" val="752388220"/>
                    </a:ext>
                  </a:extLst>
                </a:gridCol>
              </a:tblGrid>
              <a:tr h="393228">
                <a:tc>
                  <a:txBody>
                    <a:bodyPr/>
                    <a:lstStyle/>
                    <a:p>
                      <a:r>
                        <a:rPr lang="en-US" b="1" i="1" dirty="0">
                          <a:effectLst>
                            <a:outerShdw blurRad="38100" dist="38100" dir="2700000" algn="tl">
                              <a:srgbClr val="000000">
                                <a:alpha val="43137"/>
                              </a:srgbClr>
                            </a:outerShdw>
                          </a:effectLst>
                        </a:rPr>
                        <a:t>NAMES</a:t>
                      </a:r>
                    </a:p>
                  </a:txBody>
                  <a:tcPr/>
                </a:tc>
                <a:tc>
                  <a:txBody>
                    <a:bodyPr/>
                    <a:lstStyle/>
                    <a:p>
                      <a:r>
                        <a:rPr lang="en-US" b="1" i="1" dirty="0">
                          <a:effectLst>
                            <a:outerShdw blurRad="38100" dist="38100" dir="2700000" algn="tl">
                              <a:srgbClr val="000000">
                                <a:alpha val="43137"/>
                              </a:srgbClr>
                            </a:outerShdw>
                          </a:effectLst>
                        </a:rPr>
                        <a:t>SURNAMES</a:t>
                      </a:r>
                    </a:p>
                  </a:txBody>
                  <a:tcPr/>
                </a:tc>
                <a:tc>
                  <a:txBody>
                    <a:bodyPr/>
                    <a:lstStyle/>
                    <a:p>
                      <a:r>
                        <a:rPr lang="en-US" b="1" i="1" dirty="0">
                          <a:effectLst>
                            <a:outerShdw blurRad="38100" dist="38100" dir="2700000" algn="tl">
                              <a:srgbClr val="000000">
                                <a:alpha val="43137"/>
                              </a:srgbClr>
                            </a:outerShdw>
                          </a:effectLst>
                        </a:rPr>
                        <a:t>GC#</a:t>
                      </a:r>
                    </a:p>
                  </a:txBody>
                  <a:tcPr/>
                </a:tc>
                <a:extLst>
                  <a:ext uri="{0D108BD9-81ED-4DB2-BD59-A6C34878D82A}">
                    <a16:rowId xmlns:a16="http://schemas.microsoft.com/office/drawing/2014/main" val="2249941493"/>
                  </a:ext>
                </a:extLst>
              </a:tr>
              <a:tr h="393228">
                <a:tc>
                  <a:txBody>
                    <a:bodyPr/>
                    <a:lstStyle/>
                    <a:p>
                      <a:r>
                        <a:rPr lang="en-US" b="1" i="1" dirty="0">
                          <a:effectLst>
                            <a:outerShdw blurRad="38100" dist="38100" dir="2700000" algn="tl">
                              <a:srgbClr val="000000">
                                <a:alpha val="43137"/>
                              </a:srgbClr>
                            </a:outerShdw>
                          </a:effectLst>
                        </a:rPr>
                        <a:t>MAMADOU JANG O</a:t>
                      </a:r>
                    </a:p>
                  </a:txBody>
                  <a:tcPr/>
                </a:tc>
                <a:tc>
                  <a:txBody>
                    <a:bodyPr/>
                    <a:lstStyle/>
                    <a:p>
                      <a:r>
                        <a:rPr lang="en-US" b="1" i="1" dirty="0">
                          <a:effectLst>
                            <a:outerShdw blurRad="38100" dist="38100" dir="2700000" algn="tl">
                              <a:srgbClr val="000000">
                                <a:alpha val="43137"/>
                              </a:srgbClr>
                            </a:outerShdw>
                          </a:effectLst>
                        </a:rPr>
                        <a:t>BAH</a:t>
                      </a:r>
                    </a:p>
                  </a:txBody>
                  <a:tcPr/>
                </a:tc>
                <a:tc>
                  <a:txBody>
                    <a:bodyPr/>
                    <a:lstStyle/>
                    <a:p>
                      <a:r>
                        <a:rPr lang="en-US" b="1" i="1" dirty="0">
                          <a:effectLst>
                            <a:outerShdw blurRad="38100" dist="38100" dir="2700000" algn="tl">
                              <a:srgbClr val="000000">
                                <a:alpha val="43137"/>
                              </a:srgbClr>
                            </a:outerShdw>
                          </a:effectLst>
                        </a:rPr>
                        <a:t>2431042</a:t>
                      </a:r>
                    </a:p>
                  </a:txBody>
                  <a:tcPr/>
                </a:tc>
                <a:extLst>
                  <a:ext uri="{0D108BD9-81ED-4DB2-BD59-A6C34878D82A}">
                    <a16:rowId xmlns:a16="http://schemas.microsoft.com/office/drawing/2014/main" val="3524245863"/>
                  </a:ext>
                </a:extLst>
              </a:tr>
              <a:tr h="393228">
                <a:tc>
                  <a:txBody>
                    <a:bodyPr/>
                    <a:lstStyle/>
                    <a:p>
                      <a:r>
                        <a:rPr lang="en-US" b="1" i="1" dirty="0">
                          <a:effectLst>
                            <a:outerShdw blurRad="38100" dist="38100" dir="2700000" algn="tl">
                              <a:srgbClr val="000000">
                                <a:alpha val="43137"/>
                              </a:srgbClr>
                            </a:outerShdw>
                          </a:effectLst>
                        </a:rPr>
                        <a:t>DEMBA A</a:t>
                      </a:r>
                    </a:p>
                  </a:txBody>
                  <a:tcPr/>
                </a:tc>
                <a:tc>
                  <a:txBody>
                    <a:bodyPr/>
                    <a:lstStyle/>
                    <a:p>
                      <a:r>
                        <a:rPr lang="en-US" b="1" i="1" dirty="0">
                          <a:effectLst>
                            <a:outerShdw blurRad="38100" dist="38100" dir="2700000" algn="tl">
                              <a:srgbClr val="000000">
                                <a:alpha val="43137"/>
                              </a:srgbClr>
                            </a:outerShdw>
                          </a:effectLst>
                        </a:rPr>
                        <a:t>JANNEH</a:t>
                      </a:r>
                    </a:p>
                  </a:txBody>
                  <a:tcPr/>
                </a:tc>
                <a:tc>
                  <a:txBody>
                    <a:bodyPr/>
                    <a:lstStyle/>
                    <a:p>
                      <a:r>
                        <a:rPr lang="en-US" b="1" i="1" dirty="0">
                          <a:effectLst>
                            <a:outerShdw blurRad="38100" dist="38100" dir="2700000" algn="tl">
                              <a:srgbClr val="000000">
                                <a:alpha val="43137"/>
                              </a:srgbClr>
                            </a:outerShdw>
                          </a:effectLst>
                        </a:rPr>
                        <a:t>2431067</a:t>
                      </a:r>
                    </a:p>
                  </a:txBody>
                  <a:tcPr/>
                </a:tc>
                <a:extLst>
                  <a:ext uri="{0D108BD9-81ED-4DB2-BD59-A6C34878D82A}">
                    <a16:rowId xmlns:a16="http://schemas.microsoft.com/office/drawing/2014/main" val="2723845429"/>
                  </a:ext>
                </a:extLst>
              </a:tr>
              <a:tr h="393228">
                <a:tc>
                  <a:txBody>
                    <a:bodyPr/>
                    <a:lstStyle/>
                    <a:p>
                      <a:r>
                        <a:rPr lang="en-US" b="1" i="1" dirty="0">
                          <a:effectLst>
                            <a:outerShdw blurRad="38100" dist="38100" dir="2700000" algn="tl">
                              <a:srgbClr val="000000">
                                <a:alpha val="43137"/>
                              </a:srgbClr>
                            </a:outerShdw>
                          </a:effectLst>
                        </a:rPr>
                        <a:t>ALIEU</a:t>
                      </a:r>
                    </a:p>
                  </a:txBody>
                  <a:tcPr/>
                </a:tc>
                <a:tc>
                  <a:txBody>
                    <a:bodyPr/>
                    <a:lstStyle/>
                    <a:p>
                      <a:r>
                        <a:rPr lang="en-US" b="1" i="1" dirty="0">
                          <a:effectLst>
                            <a:outerShdw blurRad="38100" dist="38100" dir="2700000" algn="tl">
                              <a:srgbClr val="000000">
                                <a:alpha val="43137"/>
                              </a:srgbClr>
                            </a:outerShdw>
                          </a:effectLst>
                        </a:rPr>
                        <a:t>JAMMEH</a:t>
                      </a:r>
                    </a:p>
                  </a:txBody>
                  <a:tcPr/>
                </a:tc>
                <a:tc>
                  <a:txBody>
                    <a:bodyPr/>
                    <a:lstStyle/>
                    <a:p>
                      <a:r>
                        <a:rPr lang="en-US" b="1" i="1" dirty="0">
                          <a:effectLst>
                            <a:outerShdw blurRad="38100" dist="38100" dir="2700000" algn="tl">
                              <a:srgbClr val="000000">
                                <a:alpha val="43137"/>
                              </a:srgbClr>
                            </a:outerShdw>
                          </a:effectLst>
                        </a:rPr>
                        <a:t>2431147</a:t>
                      </a:r>
                    </a:p>
                  </a:txBody>
                  <a:tcPr/>
                </a:tc>
                <a:extLst>
                  <a:ext uri="{0D108BD9-81ED-4DB2-BD59-A6C34878D82A}">
                    <a16:rowId xmlns:a16="http://schemas.microsoft.com/office/drawing/2014/main" val="2269692561"/>
                  </a:ext>
                </a:extLst>
              </a:tr>
              <a:tr h="393228">
                <a:tc>
                  <a:txBody>
                    <a:bodyPr/>
                    <a:lstStyle/>
                    <a:p>
                      <a:r>
                        <a:rPr lang="en-US" b="1" i="1" dirty="0">
                          <a:effectLst>
                            <a:outerShdw blurRad="38100" dist="38100" dir="2700000" algn="tl">
                              <a:srgbClr val="000000">
                                <a:alpha val="43137"/>
                              </a:srgbClr>
                            </a:outerShdw>
                          </a:effectLst>
                        </a:rPr>
                        <a:t>SAINABOU</a:t>
                      </a:r>
                    </a:p>
                  </a:txBody>
                  <a:tcPr/>
                </a:tc>
                <a:tc>
                  <a:txBody>
                    <a:bodyPr/>
                    <a:lstStyle/>
                    <a:p>
                      <a:r>
                        <a:rPr lang="en-US" b="1" i="1" dirty="0">
                          <a:effectLst>
                            <a:outerShdw blurRad="38100" dist="38100" dir="2700000" algn="tl">
                              <a:srgbClr val="000000">
                                <a:alpha val="43137"/>
                              </a:srgbClr>
                            </a:outerShdw>
                          </a:effectLst>
                        </a:rPr>
                        <a:t>BASS</a:t>
                      </a:r>
                    </a:p>
                  </a:txBody>
                  <a:tcPr/>
                </a:tc>
                <a:tc>
                  <a:txBody>
                    <a:bodyPr/>
                    <a:lstStyle/>
                    <a:p>
                      <a:r>
                        <a:rPr lang="en-US" b="1" i="1">
                          <a:effectLst>
                            <a:outerShdw blurRad="38100" dist="38100" dir="2700000" algn="tl">
                              <a:srgbClr val="000000">
                                <a:alpha val="43137"/>
                              </a:srgbClr>
                            </a:outerShdw>
                          </a:effectLst>
                        </a:rPr>
                        <a:t>2431149</a:t>
                      </a:r>
                      <a:endParaRPr lang="en-US" b="1" i="1" dirty="0">
                        <a:effectLst>
                          <a:outerShdw blurRad="38100" dist="38100" dir="2700000" algn="tl">
                            <a:srgbClr val="000000">
                              <a:alpha val="43137"/>
                            </a:srgbClr>
                          </a:outerShdw>
                        </a:effectLst>
                      </a:endParaRPr>
                    </a:p>
                  </a:txBody>
                  <a:tcPr/>
                </a:tc>
                <a:extLst>
                  <a:ext uri="{0D108BD9-81ED-4DB2-BD59-A6C34878D82A}">
                    <a16:rowId xmlns:a16="http://schemas.microsoft.com/office/drawing/2014/main" val="1325846502"/>
                  </a:ext>
                </a:extLst>
              </a:tr>
              <a:tr h="393228">
                <a:tc>
                  <a:txBody>
                    <a:bodyPr/>
                    <a:lstStyle/>
                    <a:p>
                      <a:r>
                        <a:rPr lang="en-US" b="1" i="1" dirty="0">
                          <a:effectLst>
                            <a:outerShdw blurRad="38100" dist="38100" dir="2700000" algn="tl">
                              <a:srgbClr val="000000">
                                <a:alpha val="43137"/>
                              </a:srgbClr>
                            </a:outerShdw>
                          </a:effectLst>
                        </a:rPr>
                        <a:t>AMIE</a:t>
                      </a:r>
                    </a:p>
                  </a:txBody>
                  <a:tcPr/>
                </a:tc>
                <a:tc>
                  <a:txBody>
                    <a:bodyPr/>
                    <a:lstStyle/>
                    <a:p>
                      <a:r>
                        <a:rPr lang="en-US" b="1" i="1" dirty="0">
                          <a:effectLst>
                            <a:outerShdw blurRad="38100" dist="38100" dir="2700000" algn="tl">
                              <a:srgbClr val="000000">
                                <a:alpha val="43137"/>
                              </a:srgbClr>
                            </a:outerShdw>
                          </a:effectLst>
                        </a:rPr>
                        <a:t>CHAM</a:t>
                      </a:r>
                    </a:p>
                  </a:txBody>
                  <a:tcPr/>
                </a:tc>
                <a:tc>
                  <a:txBody>
                    <a:bodyPr/>
                    <a:lstStyle/>
                    <a:p>
                      <a:r>
                        <a:rPr lang="en-US" b="1" i="1" dirty="0">
                          <a:effectLst>
                            <a:outerShdw blurRad="38100" dist="38100" dir="2700000" algn="tl">
                              <a:srgbClr val="000000">
                                <a:alpha val="43137"/>
                              </a:srgbClr>
                            </a:outerShdw>
                          </a:effectLst>
                        </a:rPr>
                        <a:t>2431096</a:t>
                      </a:r>
                    </a:p>
                  </a:txBody>
                  <a:tcPr/>
                </a:tc>
                <a:extLst>
                  <a:ext uri="{0D108BD9-81ED-4DB2-BD59-A6C34878D82A}">
                    <a16:rowId xmlns:a16="http://schemas.microsoft.com/office/drawing/2014/main" val="133652908"/>
                  </a:ext>
                </a:extLst>
              </a:tr>
              <a:tr h="393228">
                <a:tc>
                  <a:txBody>
                    <a:bodyPr/>
                    <a:lstStyle/>
                    <a:p>
                      <a:r>
                        <a:rPr lang="en-US" b="1" i="1" dirty="0">
                          <a:effectLst>
                            <a:outerShdw blurRad="38100" dist="38100" dir="2700000" algn="tl">
                              <a:srgbClr val="000000">
                                <a:alpha val="43137"/>
                              </a:srgbClr>
                            </a:outerShdw>
                          </a:effectLst>
                        </a:rPr>
                        <a:t>ANIOKE PRECIOUS</a:t>
                      </a:r>
                    </a:p>
                  </a:txBody>
                  <a:tcPr/>
                </a:tc>
                <a:tc>
                  <a:txBody>
                    <a:bodyPr/>
                    <a:lstStyle/>
                    <a:p>
                      <a:r>
                        <a:rPr lang="en-US" b="1" i="1" dirty="0">
                          <a:effectLst>
                            <a:outerShdw blurRad="38100" dist="38100" dir="2700000" algn="tl">
                              <a:srgbClr val="000000">
                                <a:alpha val="43137"/>
                              </a:srgbClr>
                            </a:outerShdw>
                          </a:effectLst>
                        </a:rPr>
                        <a:t>CHIOMA</a:t>
                      </a:r>
                    </a:p>
                  </a:txBody>
                  <a:tcPr/>
                </a:tc>
                <a:tc>
                  <a:txBody>
                    <a:bodyPr/>
                    <a:lstStyle/>
                    <a:p>
                      <a:r>
                        <a:rPr lang="en-US" b="1" i="1" dirty="0">
                          <a:effectLst>
                            <a:outerShdw blurRad="38100" dist="38100" dir="2700000" algn="tl">
                              <a:srgbClr val="000000">
                                <a:alpha val="43137"/>
                              </a:srgbClr>
                            </a:outerShdw>
                          </a:effectLst>
                        </a:rPr>
                        <a:t>2431129</a:t>
                      </a:r>
                    </a:p>
                  </a:txBody>
                  <a:tcPr/>
                </a:tc>
                <a:extLst>
                  <a:ext uri="{0D108BD9-81ED-4DB2-BD59-A6C34878D82A}">
                    <a16:rowId xmlns:a16="http://schemas.microsoft.com/office/drawing/2014/main" val="3180939651"/>
                  </a:ext>
                </a:extLst>
              </a:tr>
              <a:tr h="688148">
                <a:tc>
                  <a:txBody>
                    <a:bodyPr/>
                    <a:lstStyle/>
                    <a:p>
                      <a:r>
                        <a:rPr lang="en-US" b="1" i="1" dirty="0">
                          <a:effectLst>
                            <a:outerShdw blurRad="38100" dist="38100" dir="2700000" algn="tl">
                              <a:srgbClr val="000000">
                                <a:alpha val="43137"/>
                              </a:srgbClr>
                            </a:outerShdw>
                          </a:effectLst>
                        </a:rPr>
                        <a:t>ABDOULIE</a:t>
                      </a:r>
                    </a:p>
                  </a:txBody>
                  <a:tcPr/>
                </a:tc>
                <a:tc>
                  <a:txBody>
                    <a:bodyPr/>
                    <a:lstStyle/>
                    <a:p>
                      <a:r>
                        <a:rPr lang="en-US" b="1" i="1" dirty="0">
                          <a:effectLst>
                            <a:outerShdw blurRad="38100" dist="38100" dir="2700000" algn="tl">
                              <a:srgbClr val="000000">
                                <a:alpha val="43137"/>
                              </a:srgbClr>
                            </a:outerShdw>
                          </a:effectLst>
                        </a:rPr>
                        <a:t>DAMPHA</a:t>
                      </a:r>
                    </a:p>
                  </a:txBody>
                  <a:tcPr/>
                </a:tc>
                <a:tc>
                  <a:txBody>
                    <a:bodyPr/>
                    <a:lstStyle/>
                    <a:p>
                      <a:r>
                        <a:rPr lang="en-US" b="1" i="1" dirty="0">
                          <a:effectLst>
                            <a:outerShdw blurRad="38100" dist="38100" dir="2700000" algn="tl">
                              <a:srgbClr val="000000">
                                <a:alpha val="43137"/>
                              </a:srgbClr>
                            </a:outerShdw>
                          </a:effectLst>
                        </a:rPr>
                        <a:t>2431018</a:t>
                      </a:r>
                    </a:p>
                    <a:p>
                      <a:endParaRPr lang="en-US" b="1" i="1" dirty="0">
                        <a:effectLst>
                          <a:outerShdw blurRad="38100" dist="38100" dir="2700000" algn="tl">
                            <a:srgbClr val="000000">
                              <a:alpha val="43137"/>
                            </a:srgbClr>
                          </a:outerShdw>
                        </a:effectLst>
                      </a:endParaRPr>
                    </a:p>
                  </a:txBody>
                  <a:tcPr/>
                </a:tc>
                <a:extLst>
                  <a:ext uri="{0D108BD9-81ED-4DB2-BD59-A6C34878D82A}">
                    <a16:rowId xmlns:a16="http://schemas.microsoft.com/office/drawing/2014/main" val="2445568875"/>
                  </a:ext>
                </a:extLst>
              </a:tr>
              <a:tr h="393228">
                <a:tc>
                  <a:txBody>
                    <a:bodyPr/>
                    <a:lstStyle/>
                    <a:p>
                      <a:r>
                        <a:rPr lang="en-US" b="1" i="1" dirty="0">
                          <a:effectLst>
                            <a:outerShdw blurRad="38100" dist="38100" dir="2700000" algn="tl">
                              <a:srgbClr val="000000">
                                <a:alpha val="43137"/>
                              </a:srgbClr>
                            </a:outerShdw>
                          </a:effectLst>
                        </a:rPr>
                        <a:t>MAMADOU S </a:t>
                      </a:r>
                    </a:p>
                  </a:txBody>
                  <a:tcPr/>
                </a:tc>
                <a:tc>
                  <a:txBody>
                    <a:bodyPr/>
                    <a:lstStyle/>
                    <a:p>
                      <a:r>
                        <a:rPr lang="en-US" b="1" i="1" dirty="0">
                          <a:effectLst>
                            <a:outerShdw blurRad="38100" dist="38100" dir="2700000" algn="tl">
                              <a:srgbClr val="000000">
                                <a:alpha val="43137"/>
                              </a:srgbClr>
                            </a:outerShdw>
                          </a:effectLst>
                        </a:rPr>
                        <a:t>BAH</a:t>
                      </a:r>
                    </a:p>
                  </a:txBody>
                  <a:tcPr/>
                </a:tc>
                <a:tc>
                  <a:txBody>
                    <a:bodyPr/>
                    <a:lstStyle/>
                    <a:p>
                      <a:r>
                        <a:rPr lang="en-US" b="1" i="1" dirty="0">
                          <a:effectLst>
                            <a:outerShdw blurRad="38100" dist="38100" dir="2700000" algn="tl">
                              <a:srgbClr val="000000">
                                <a:alpha val="43137"/>
                              </a:srgbClr>
                            </a:outerShdw>
                          </a:effectLst>
                        </a:rPr>
                        <a:t>2431094</a:t>
                      </a:r>
                    </a:p>
                  </a:txBody>
                  <a:tcPr/>
                </a:tc>
                <a:extLst>
                  <a:ext uri="{0D108BD9-81ED-4DB2-BD59-A6C34878D82A}">
                    <a16:rowId xmlns:a16="http://schemas.microsoft.com/office/drawing/2014/main" val="2225461741"/>
                  </a:ext>
                </a:extLst>
              </a:tr>
              <a:tr h="393228">
                <a:tc>
                  <a:txBody>
                    <a:bodyPr/>
                    <a:lstStyle/>
                    <a:p>
                      <a:r>
                        <a:rPr lang="en-US" b="1" i="1" dirty="0">
                          <a:effectLst>
                            <a:outerShdw blurRad="38100" dist="38100" dir="2700000" algn="tl">
                              <a:srgbClr val="000000">
                                <a:alpha val="43137"/>
                              </a:srgbClr>
                            </a:outerShdw>
                          </a:effectLst>
                        </a:rPr>
                        <a:t>ALASANA </a:t>
                      </a:r>
                    </a:p>
                  </a:txBody>
                  <a:tcPr/>
                </a:tc>
                <a:tc>
                  <a:txBody>
                    <a:bodyPr/>
                    <a:lstStyle/>
                    <a:p>
                      <a:r>
                        <a:rPr lang="en-US" b="1" i="1" dirty="0">
                          <a:effectLst>
                            <a:outerShdw blurRad="38100" dist="38100" dir="2700000" algn="tl">
                              <a:srgbClr val="000000">
                                <a:alpha val="43137"/>
                              </a:srgbClr>
                            </a:outerShdw>
                          </a:effectLst>
                        </a:rPr>
                        <a:t>DARBOE</a:t>
                      </a:r>
                    </a:p>
                  </a:txBody>
                  <a:tcPr/>
                </a:tc>
                <a:tc>
                  <a:txBody>
                    <a:bodyPr/>
                    <a:lstStyle/>
                    <a:p>
                      <a:r>
                        <a:rPr lang="en-US" b="1" i="1" dirty="0">
                          <a:effectLst>
                            <a:outerShdw blurRad="38100" dist="38100" dir="2700000" algn="tl">
                              <a:srgbClr val="000000">
                                <a:alpha val="43137"/>
                              </a:srgbClr>
                            </a:outerShdw>
                          </a:effectLst>
                        </a:rPr>
                        <a:t>2431009</a:t>
                      </a:r>
                    </a:p>
                  </a:txBody>
                  <a:tcPr/>
                </a:tc>
                <a:extLst>
                  <a:ext uri="{0D108BD9-81ED-4DB2-BD59-A6C34878D82A}">
                    <a16:rowId xmlns:a16="http://schemas.microsoft.com/office/drawing/2014/main" val="2797327048"/>
                  </a:ext>
                </a:extLst>
              </a:tr>
            </a:tbl>
          </a:graphicData>
        </a:graphic>
      </p:graphicFrame>
    </p:spTree>
    <p:extLst>
      <p:ext uri="{BB962C8B-B14F-4D97-AF65-F5344CB8AC3E}">
        <p14:creationId xmlns:p14="http://schemas.microsoft.com/office/powerpoint/2010/main" val="3090459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EB4E9-BFAB-D44D-F505-BE45D92868B6}"/>
              </a:ext>
            </a:extLst>
          </p:cNvPr>
          <p:cNvSpPr>
            <a:spLocks noGrp="1"/>
          </p:cNvSpPr>
          <p:nvPr>
            <p:ph type="ctrTitle"/>
          </p:nvPr>
        </p:nvSpPr>
        <p:spPr>
          <a:xfrm>
            <a:off x="779489" y="209863"/>
            <a:ext cx="10747947" cy="1049311"/>
          </a:xfrm>
        </p:spPr>
        <p:txBody>
          <a:bodyPr/>
          <a:lstStyle/>
          <a:p>
            <a:r>
              <a:rPr lang="en-US" b="1" dirty="0">
                <a:solidFill>
                  <a:srgbClr val="FF0000"/>
                </a:solidFill>
              </a:rPr>
              <a:t>Presentation outlines</a:t>
            </a:r>
          </a:p>
        </p:txBody>
      </p:sp>
      <p:sp>
        <p:nvSpPr>
          <p:cNvPr id="3" name="Subtitle 2">
            <a:extLst>
              <a:ext uri="{FF2B5EF4-FFF2-40B4-BE49-F238E27FC236}">
                <a16:creationId xmlns:a16="http://schemas.microsoft.com/office/drawing/2014/main" id="{9CEA77D7-7B11-A5F6-C556-D55E3CC8C412}"/>
              </a:ext>
            </a:extLst>
          </p:cNvPr>
          <p:cNvSpPr>
            <a:spLocks noGrp="1"/>
          </p:cNvSpPr>
          <p:nvPr>
            <p:ph type="subTitle" idx="1"/>
          </p:nvPr>
        </p:nvSpPr>
        <p:spPr>
          <a:xfrm>
            <a:off x="664564" y="1109272"/>
            <a:ext cx="10862872" cy="5861154"/>
          </a:xfrm>
        </p:spPr>
        <p:txBody>
          <a:bodyPr>
            <a:noAutofit/>
          </a:bodyPr>
          <a:lstStyle/>
          <a:p>
            <a:pPr marL="342900" indent="-342900" algn="l">
              <a:buFont typeface="Wingdings" panose="05000000000000000000" pitchFamily="2" charset="2"/>
              <a:buChar char="q"/>
            </a:pPr>
            <a:endParaRPr lang="en-US" sz="3200" b="1" dirty="0"/>
          </a:p>
          <a:p>
            <a:pPr marL="342900" indent="-342900" algn="l">
              <a:buFont typeface="Wingdings" panose="05000000000000000000" pitchFamily="2" charset="2"/>
              <a:buChar char="q"/>
            </a:pPr>
            <a:r>
              <a:rPr lang="en-US" b="1" dirty="0"/>
              <a:t>Introduction or Overview of the topic </a:t>
            </a:r>
          </a:p>
          <a:p>
            <a:pPr marL="342900" indent="-342900" algn="l">
              <a:buFont typeface="Wingdings" panose="05000000000000000000" pitchFamily="2" charset="2"/>
              <a:buChar char="q"/>
            </a:pPr>
            <a:r>
              <a:rPr lang="en-US" b="1" dirty="0"/>
              <a:t>Definition(s)</a:t>
            </a:r>
          </a:p>
          <a:p>
            <a:pPr marL="342900" indent="-342900" algn="l">
              <a:buFont typeface="Wingdings" panose="05000000000000000000" pitchFamily="2" charset="2"/>
              <a:buChar char="q"/>
            </a:pPr>
            <a:r>
              <a:rPr lang="en-US" b="1" dirty="0" err="1"/>
              <a:t>Aetiology</a:t>
            </a:r>
            <a:endParaRPr lang="en-US" b="1" dirty="0"/>
          </a:p>
          <a:p>
            <a:pPr marL="342900" indent="-342900" algn="l">
              <a:buFont typeface="Wingdings" panose="05000000000000000000" pitchFamily="2" charset="2"/>
              <a:buChar char="q"/>
            </a:pPr>
            <a:r>
              <a:rPr lang="en-US" b="1" dirty="0"/>
              <a:t>Pathophysiology</a:t>
            </a:r>
          </a:p>
          <a:p>
            <a:pPr marL="342900" indent="-342900" algn="l">
              <a:buFont typeface="Wingdings" panose="05000000000000000000" pitchFamily="2" charset="2"/>
              <a:buChar char="q"/>
            </a:pPr>
            <a:r>
              <a:rPr lang="en-US" b="1" dirty="0"/>
              <a:t>Types</a:t>
            </a:r>
          </a:p>
          <a:p>
            <a:pPr marL="342900" indent="-342900" algn="l">
              <a:buFont typeface="Wingdings" panose="05000000000000000000" pitchFamily="2" charset="2"/>
              <a:buChar char="q"/>
            </a:pPr>
            <a:r>
              <a:rPr lang="en-US" b="1" dirty="0"/>
              <a:t>Signs and symptoms </a:t>
            </a:r>
          </a:p>
          <a:p>
            <a:pPr marL="342900" indent="-342900" algn="l">
              <a:buFont typeface="Wingdings" panose="05000000000000000000" pitchFamily="2" charset="2"/>
              <a:buChar char="q"/>
            </a:pPr>
            <a:r>
              <a:rPr lang="en-US" b="1" dirty="0"/>
              <a:t>Investigations </a:t>
            </a:r>
          </a:p>
          <a:p>
            <a:pPr marL="342900" indent="-342900" algn="l">
              <a:buFont typeface="Wingdings" panose="05000000000000000000" pitchFamily="2" charset="2"/>
              <a:buChar char="q"/>
            </a:pPr>
            <a:r>
              <a:rPr lang="en-US" b="1" dirty="0"/>
              <a:t>Medical/ nursing management </a:t>
            </a:r>
          </a:p>
          <a:p>
            <a:pPr marL="342900" indent="-342900" algn="l">
              <a:buFont typeface="Wingdings" panose="05000000000000000000" pitchFamily="2" charset="2"/>
              <a:buChar char="q"/>
            </a:pPr>
            <a:r>
              <a:rPr lang="en-US" b="1" dirty="0"/>
              <a:t>Nursing diagnosis </a:t>
            </a:r>
          </a:p>
          <a:p>
            <a:pPr marL="342900" indent="-342900" algn="l">
              <a:buFont typeface="Wingdings" panose="05000000000000000000" pitchFamily="2" charset="2"/>
              <a:buChar char="q"/>
            </a:pPr>
            <a:r>
              <a:rPr lang="en-US" b="1" dirty="0"/>
              <a:t>Complications </a:t>
            </a:r>
          </a:p>
          <a:p>
            <a:pPr marL="342900" indent="-342900" algn="l">
              <a:buFont typeface="Wingdings" panose="05000000000000000000" pitchFamily="2" charset="2"/>
              <a:buChar char="q"/>
            </a:pPr>
            <a:r>
              <a:rPr lang="en-US" b="1" dirty="0"/>
              <a:t>Differentials diagnosis</a:t>
            </a:r>
          </a:p>
          <a:p>
            <a:pPr marL="342900" indent="-342900" algn="l">
              <a:buFont typeface="Wingdings" panose="05000000000000000000" pitchFamily="2" charset="2"/>
              <a:buChar char="q"/>
            </a:pPr>
            <a:r>
              <a:rPr lang="en-US" b="1" dirty="0"/>
              <a:t>⁠</a:t>
            </a:r>
            <a:r>
              <a:rPr lang="en-US" b="1" dirty="0" err="1"/>
              <a:t>Refrences</a:t>
            </a:r>
            <a:endParaRPr lang="en-US" sz="3200" b="1" dirty="0"/>
          </a:p>
        </p:txBody>
      </p:sp>
    </p:spTree>
    <p:extLst>
      <p:ext uri="{BB962C8B-B14F-4D97-AF65-F5344CB8AC3E}">
        <p14:creationId xmlns:p14="http://schemas.microsoft.com/office/powerpoint/2010/main" val="3052552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26A97-D180-50D2-CAD2-A6F5FB594463}"/>
              </a:ext>
            </a:extLst>
          </p:cNvPr>
          <p:cNvSpPr>
            <a:spLocks noGrp="1"/>
          </p:cNvSpPr>
          <p:nvPr>
            <p:ph type="title"/>
          </p:nvPr>
        </p:nvSpPr>
        <p:spPr>
          <a:xfrm>
            <a:off x="838200" y="149902"/>
            <a:ext cx="10515600" cy="1019332"/>
          </a:xfrm>
        </p:spPr>
        <p:txBody>
          <a:bodyPr/>
          <a:lstStyle/>
          <a:p>
            <a:pPr algn="ctr"/>
            <a:r>
              <a:rPr lang="en-US" b="1" dirty="0">
                <a:solidFill>
                  <a:srgbClr val="FF0000"/>
                </a:solidFill>
              </a:rPr>
              <a:t>INTRODUCTION</a:t>
            </a:r>
          </a:p>
        </p:txBody>
      </p:sp>
      <p:sp>
        <p:nvSpPr>
          <p:cNvPr id="3" name="Content Placeholder 2">
            <a:extLst>
              <a:ext uri="{FF2B5EF4-FFF2-40B4-BE49-F238E27FC236}">
                <a16:creationId xmlns:a16="http://schemas.microsoft.com/office/drawing/2014/main" id="{9813AC52-2337-3FC7-0D5D-764063B512D8}"/>
              </a:ext>
            </a:extLst>
          </p:cNvPr>
          <p:cNvSpPr>
            <a:spLocks noGrp="1"/>
          </p:cNvSpPr>
          <p:nvPr>
            <p:ph idx="1"/>
          </p:nvPr>
        </p:nvSpPr>
        <p:spPr>
          <a:xfrm>
            <a:off x="269823" y="1364105"/>
            <a:ext cx="11767279" cy="4812858"/>
          </a:xfrm>
        </p:spPr>
        <p:txBody>
          <a:bodyPr>
            <a:normAutofit/>
          </a:bodyPr>
          <a:lstStyle/>
          <a:p>
            <a:pPr marL="0" indent="0">
              <a:buNone/>
            </a:pPr>
            <a:r>
              <a:rPr lang="en-US" sz="3600" b="1" dirty="0"/>
              <a:t>Hodgkin lymphoma is a dangerous type of cancer that affects the lymphatic system, the lymphatic system  plays an important role in protecting the body against infections and diseases. The disease commonly starts in the lymph nodes and can spread to other parts of the body if not treated. It can affect people of different ages, but it is more common in young adults and older adults. With early diagnosis and appropriate treatment, Hodgkin lymphoma can often be treated successfully.</a:t>
            </a:r>
          </a:p>
        </p:txBody>
      </p:sp>
    </p:spTree>
    <p:extLst>
      <p:ext uri="{BB962C8B-B14F-4D97-AF65-F5344CB8AC3E}">
        <p14:creationId xmlns:p14="http://schemas.microsoft.com/office/powerpoint/2010/main" val="3723887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38A241-BC6B-039B-0217-F8490F8E8A8E}"/>
              </a:ext>
            </a:extLst>
          </p:cNvPr>
          <p:cNvPicPr>
            <a:picLocks noChangeAspect="1"/>
          </p:cNvPicPr>
          <p:nvPr/>
        </p:nvPicPr>
        <p:blipFill>
          <a:blip r:embed="rId2"/>
          <a:stretch>
            <a:fillRect/>
          </a:stretch>
        </p:blipFill>
        <p:spPr>
          <a:xfrm>
            <a:off x="104932" y="194872"/>
            <a:ext cx="11932170" cy="6445771"/>
          </a:xfrm>
          <a:prstGeom prst="rect">
            <a:avLst/>
          </a:prstGeom>
        </p:spPr>
      </p:pic>
    </p:spTree>
    <p:extLst>
      <p:ext uri="{BB962C8B-B14F-4D97-AF65-F5344CB8AC3E}">
        <p14:creationId xmlns:p14="http://schemas.microsoft.com/office/powerpoint/2010/main" val="1601877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150F8-8BF5-605B-A825-63AD467E2A1B}"/>
              </a:ext>
            </a:extLst>
          </p:cNvPr>
          <p:cNvSpPr>
            <a:spLocks noGrp="1"/>
          </p:cNvSpPr>
          <p:nvPr>
            <p:ph type="title"/>
          </p:nvPr>
        </p:nvSpPr>
        <p:spPr/>
        <p:txBody>
          <a:bodyPr/>
          <a:lstStyle/>
          <a:p>
            <a:pPr algn="ctr"/>
            <a:r>
              <a:rPr lang="en-US" b="1" dirty="0">
                <a:solidFill>
                  <a:srgbClr val="FF0000"/>
                </a:solidFill>
              </a:rPr>
              <a:t>DEFINITION</a:t>
            </a:r>
          </a:p>
        </p:txBody>
      </p:sp>
      <p:sp>
        <p:nvSpPr>
          <p:cNvPr id="3" name="Content Placeholder 2">
            <a:extLst>
              <a:ext uri="{FF2B5EF4-FFF2-40B4-BE49-F238E27FC236}">
                <a16:creationId xmlns:a16="http://schemas.microsoft.com/office/drawing/2014/main" id="{3F21768C-F406-B232-B168-1B225D9EDBA5}"/>
              </a:ext>
            </a:extLst>
          </p:cNvPr>
          <p:cNvSpPr>
            <a:spLocks noGrp="1"/>
          </p:cNvSpPr>
          <p:nvPr>
            <p:ph idx="1"/>
          </p:nvPr>
        </p:nvSpPr>
        <p:spPr>
          <a:xfrm>
            <a:off x="254833" y="1409076"/>
            <a:ext cx="11827239" cy="5336498"/>
          </a:xfrm>
        </p:spPr>
        <p:txBody>
          <a:bodyPr>
            <a:normAutofit/>
          </a:bodyPr>
          <a:lstStyle/>
          <a:p>
            <a:pPr marL="0" indent="0">
              <a:buNone/>
            </a:pPr>
            <a:r>
              <a:rPr lang="en-US" sz="3600" b="1" dirty="0"/>
              <a:t>Hodgkin lymphoma is a malignant cancer of the lymphatic system characterized by the abnormal growth of lymphocytes and the presence of abnormal cells called Reed Sternberg cells .It usually begins in the lymph nodes, causing them to become enlarged, and may spread to other lymph nodes or organs such as the spleen, liver, lungs, or bone marrow.</a:t>
            </a:r>
          </a:p>
        </p:txBody>
      </p:sp>
      <p:pic>
        <p:nvPicPr>
          <p:cNvPr id="5" name="Picture 4">
            <a:extLst>
              <a:ext uri="{FF2B5EF4-FFF2-40B4-BE49-F238E27FC236}">
                <a16:creationId xmlns:a16="http://schemas.microsoft.com/office/drawing/2014/main" id="{9FA70F83-3EC8-DD7F-F881-ED40C87F2497}"/>
              </a:ext>
            </a:extLst>
          </p:cNvPr>
          <p:cNvPicPr>
            <a:picLocks noChangeAspect="1"/>
          </p:cNvPicPr>
          <p:nvPr/>
        </p:nvPicPr>
        <p:blipFill>
          <a:blip r:embed="rId2"/>
          <a:stretch>
            <a:fillRect/>
          </a:stretch>
        </p:blipFill>
        <p:spPr>
          <a:xfrm>
            <a:off x="3369038" y="4683361"/>
            <a:ext cx="2799414" cy="2062213"/>
          </a:xfrm>
          <a:prstGeom prst="rect">
            <a:avLst/>
          </a:prstGeom>
        </p:spPr>
      </p:pic>
    </p:spTree>
    <p:extLst>
      <p:ext uri="{BB962C8B-B14F-4D97-AF65-F5344CB8AC3E}">
        <p14:creationId xmlns:p14="http://schemas.microsoft.com/office/powerpoint/2010/main" val="3556669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6349E-F66E-871A-84CC-8AD0F3922187}"/>
              </a:ext>
            </a:extLst>
          </p:cNvPr>
          <p:cNvSpPr>
            <a:spLocks noGrp="1"/>
          </p:cNvSpPr>
          <p:nvPr>
            <p:ph type="title"/>
          </p:nvPr>
        </p:nvSpPr>
        <p:spPr>
          <a:xfrm>
            <a:off x="-18288" y="194873"/>
            <a:ext cx="12001592" cy="944380"/>
          </a:xfrm>
        </p:spPr>
        <p:txBody>
          <a:bodyPr>
            <a:normAutofit/>
          </a:bodyPr>
          <a:lstStyle/>
          <a:p>
            <a:pPr algn="ctr"/>
            <a:r>
              <a:rPr lang="en-US" b="1" dirty="0">
                <a:solidFill>
                  <a:srgbClr val="FF0000"/>
                </a:solidFill>
              </a:rPr>
              <a:t>AETIOLOGY </a:t>
            </a:r>
          </a:p>
        </p:txBody>
      </p:sp>
      <p:sp>
        <p:nvSpPr>
          <p:cNvPr id="3" name="Content Placeholder 2">
            <a:extLst>
              <a:ext uri="{FF2B5EF4-FFF2-40B4-BE49-F238E27FC236}">
                <a16:creationId xmlns:a16="http://schemas.microsoft.com/office/drawing/2014/main" id="{63C9EBE9-C8CB-1468-5636-F6FC34F999FB}"/>
              </a:ext>
            </a:extLst>
          </p:cNvPr>
          <p:cNvSpPr>
            <a:spLocks noGrp="1"/>
          </p:cNvSpPr>
          <p:nvPr>
            <p:ph idx="1"/>
          </p:nvPr>
        </p:nvSpPr>
        <p:spPr>
          <a:xfrm>
            <a:off x="208696" y="1034321"/>
            <a:ext cx="11774608" cy="5823679"/>
          </a:xfrm>
        </p:spPr>
        <p:txBody>
          <a:bodyPr>
            <a:noAutofit/>
          </a:bodyPr>
          <a:lstStyle/>
          <a:p>
            <a:r>
              <a:rPr lang="en-US" sz="3600" b="1" dirty="0"/>
              <a:t>Hodgkin lymphoma has no exact known cause and is considered multifactorial. Important factors include</a:t>
            </a:r>
          </a:p>
          <a:p>
            <a:pPr marL="571500" indent="-571500">
              <a:buFont typeface="Wingdings" panose="05000000000000000000" pitchFamily="2" charset="2"/>
              <a:buChar char="q"/>
            </a:pPr>
            <a:r>
              <a:rPr lang="en-US" sz="3600" b="1" dirty="0"/>
              <a:t> Genetic susceptibility</a:t>
            </a:r>
          </a:p>
          <a:p>
            <a:pPr marL="571500" indent="-571500">
              <a:buFont typeface="Wingdings" panose="05000000000000000000" pitchFamily="2" charset="2"/>
              <a:buChar char="q"/>
            </a:pPr>
            <a:r>
              <a:rPr lang="en-US" sz="3600" b="1" dirty="0"/>
              <a:t> Immune dysfunction </a:t>
            </a:r>
          </a:p>
          <a:p>
            <a:pPr marL="571500" indent="-571500">
              <a:buFont typeface="Wingdings" panose="05000000000000000000" pitchFamily="2" charset="2"/>
              <a:buChar char="q"/>
            </a:pPr>
            <a:r>
              <a:rPr lang="en-US" sz="3600" b="1" dirty="0"/>
              <a:t>immunosuppression. </a:t>
            </a:r>
          </a:p>
          <a:p>
            <a:pPr marL="571500" indent="-571500">
              <a:buFont typeface="Wingdings" panose="05000000000000000000" pitchFamily="2" charset="2"/>
              <a:buChar char="q"/>
            </a:pPr>
            <a:r>
              <a:rPr lang="en-US" sz="3600" b="1" dirty="0"/>
              <a:t> Family history</a:t>
            </a:r>
          </a:p>
          <a:p>
            <a:pPr marL="571500" indent="-571500">
              <a:buFont typeface="Wingdings" panose="05000000000000000000" pitchFamily="2" charset="2"/>
              <a:buChar char="q"/>
            </a:pPr>
            <a:r>
              <a:rPr lang="en-US" sz="3600" b="1" dirty="0"/>
              <a:t>HIV/AIDS </a:t>
            </a:r>
          </a:p>
          <a:p>
            <a:pPr marL="571500" indent="-571500">
              <a:buFont typeface="Wingdings" panose="05000000000000000000" pitchFamily="2" charset="2"/>
              <a:buChar char="q"/>
            </a:pPr>
            <a:r>
              <a:rPr lang="en-US" sz="3600" b="1" dirty="0"/>
              <a:t>Transplantation</a:t>
            </a:r>
          </a:p>
          <a:p>
            <a:pPr marL="571500" indent="-571500">
              <a:buFont typeface="Wingdings" panose="05000000000000000000" pitchFamily="2" charset="2"/>
              <a:buChar char="q"/>
            </a:pPr>
            <a:r>
              <a:rPr lang="en-US" sz="3600" b="1" dirty="0"/>
              <a:t>Autoimmune diseases can increase risk</a:t>
            </a:r>
          </a:p>
        </p:txBody>
      </p:sp>
    </p:spTree>
    <p:extLst>
      <p:ext uri="{BB962C8B-B14F-4D97-AF65-F5344CB8AC3E}">
        <p14:creationId xmlns:p14="http://schemas.microsoft.com/office/powerpoint/2010/main" val="2229511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D73ED-2947-C35D-F019-142810799308}"/>
              </a:ext>
            </a:extLst>
          </p:cNvPr>
          <p:cNvSpPr>
            <a:spLocks noGrp="1"/>
          </p:cNvSpPr>
          <p:nvPr>
            <p:ph type="title"/>
          </p:nvPr>
        </p:nvSpPr>
        <p:spPr/>
        <p:txBody>
          <a:bodyPr/>
          <a:lstStyle/>
          <a:p>
            <a:r>
              <a:rPr lang="en-US" dirty="0"/>
              <a:t> </a:t>
            </a:r>
            <a:r>
              <a:rPr lang="en-US" b="1" dirty="0">
                <a:solidFill>
                  <a:srgbClr val="FF0000"/>
                </a:solidFill>
              </a:rPr>
              <a:t>CONT</a:t>
            </a:r>
          </a:p>
        </p:txBody>
      </p:sp>
      <p:sp>
        <p:nvSpPr>
          <p:cNvPr id="3" name="Content Placeholder 2">
            <a:extLst>
              <a:ext uri="{FF2B5EF4-FFF2-40B4-BE49-F238E27FC236}">
                <a16:creationId xmlns:a16="http://schemas.microsoft.com/office/drawing/2014/main" id="{05B166CF-684B-E82C-EAE0-5CFCCB26EAB0}"/>
              </a:ext>
            </a:extLst>
          </p:cNvPr>
          <p:cNvSpPr>
            <a:spLocks noGrp="1"/>
          </p:cNvSpPr>
          <p:nvPr>
            <p:ph idx="1"/>
          </p:nvPr>
        </p:nvSpPr>
        <p:spPr>
          <a:xfrm>
            <a:off x="344774" y="1469036"/>
            <a:ext cx="11009026" cy="4707927"/>
          </a:xfrm>
        </p:spPr>
        <p:txBody>
          <a:bodyPr>
            <a:normAutofit/>
          </a:bodyPr>
          <a:lstStyle/>
          <a:p>
            <a:pPr marL="0" indent="0">
              <a:buNone/>
            </a:pPr>
            <a:r>
              <a:rPr lang="en-US" sz="3600" dirty="0"/>
              <a:t> </a:t>
            </a:r>
            <a:r>
              <a:rPr lang="en-US" sz="3600" b="1" dirty="0"/>
              <a:t>lymphoma has a bimodal age distribution, commonly affecting young adults aged 15–35 and people over 55. It is slightly more common in males. Reed-Sternberg cells are abnormal malignant B lymphocytes that escape apoptosis and immune surveillance. Socioeconomic and environmental factors may also influence disease development.</a:t>
            </a:r>
          </a:p>
        </p:txBody>
      </p:sp>
    </p:spTree>
    <p:extLst>
      <p:ext uri="{BB962C8B-B14F-4D97-AF65-F5344CB8AC3E}">
        <p14:creationId xmlns:p14="http://schemas.microsoft.com/office/powerpoint/2010/main" val="3890295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49023-6D9E-F2DC-A27C-A1C1F66C362D}"/>
              </a:ext>
            </a:extLst>
          </p:cNvPr>
          <p:cNvSpPr>
            <a:spLocks noGrp="1"/>
          </p:cNvSpPr>
          <p:nvPr>
            <p:ph type="title"/>
          </p:nvPr>
        </p:nvSpPr>
        <p:spPr>
          <a:xfrm>
            <a:off x="764498" y="164893"/>
            <a:ext cx="10589302" cy="1199213"/>
          </a:xfrm>
        </p:spPr>
        <p:txBody>
          <a:bodyPr/>
          <a:lstStyle/>
          <a:p>
            <a:pPr algn="ctr"/>
            <a:r>
              <a:rPr lang="en-US" b="1" dirty="0">
                <a:solidFill>
                  <a:srgbClr val="FF0000"/>
                </a:solidFill>
              </a:rPr>
              <a:t> Pathophysiology</a:t>
            </a:r>
          </a:p>
        </p:txBody>
      </p:sp>
      <p:sp>
        <p:nvSpPr>
          <p:cNvPr id="3" name="Content Placeholder 2">
            <a:extLst>
              <a:ext uri="{FF2B5EF4-FFF2-40B4-BE49-F238E27FC236}">
                <a16:creationId xmlns:a16="http://schemas.microsoft.com/office/drawing/2014/main" id="{BBC94BE8-F63E-0889-5AAD-D3BAD153403C}"/>
              </a:ext>
            </a:extLst>
          </p:cNvPr>
          <p:cNvSpPr>
            <a:spLocks noGrp="1"/>
          </p:cNvSpPr>
          <p:nvPr>
            <p:ph idx="1"/>
          </p:nvPr>
        </p:nvSpPr>
        <p:spPr>
          <a:xfrm>
            <a:off x="164892" y="1121229"/>
            <a:ext cx="12027107" cy="5736771"/>
          </a:xfrm>
        </p:spPr>
        <p:txBody>
          <a:bodyPr>
            <a:noAutofit/>
          </a:bodyPr>
          <a:lstStyle/>
          <a:p>
            <a:pPr marL="0" indent="0">
              <a:buNone/>
            </a:pPr>
            <a:r>
              <a:rPr lang="en-US" sz="3600" b="1" dirty="0"/>
              <a:t>Hodgkin lymphoma is a malignant cancer of the lymphatic system that usually develops from abnormal B lymphocytes. The characteristic cells are Reed–Sternberg cells, which release cytokines and attract inflammatory cells, causing painless lymph-node enlargement (lymphadenopathy). The disease usually spreads from one lymph-node group to nearby groups and may later affect the spleen, bone marrow, or other organs. Advanced disease may cause anemia and other blood-cell abnormalities and it’s classified in to two types</a:t>
            </a:r>
            <a:r>
              <a:rPr lang="en-US" sz="4000" b="1" dirty="0"/>
              <a:t>.</a:t>
            </a:r>
          </a:p>
        </p:txBody>
      </p:sp>
    </p:spTree>
    <p:extLst>
      <p:ext uri="{BB962C8B-B14F-4D97-AF65-F5344CB8AC3E}">
        <p14:creationId xmlns:p14="http://schemas.microsoft.com/office/powerpoint/2010/main" val="3908301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0AA71DE-15BD-A46B-735D-D0E349DC2E86}"/>
              </a:ext>
            </a:extLst>
          </p:cNvPr>
          <p:cNvPicPr>
            <a:picLocks noChangeAspect="1"/>
          </p:cNvPicPr>
          <p:nvPr/>
        </p:nvPicPr>
        <p:blipFill>
          <a:blip r:embed="rId2"/>
          <a:stretch>
            <a:fillRect/>
          </a:stretch>
        </p:blipFill>
        <p:spPr>
          <a:xfrm>
            <a:off x="1229193" y="0"/>
            <a:ext cx="9713627" cy="6858000"/>
          </a:xfrm>
          <a:prstGeom prst="rect">
            <a:avLst/>
          </a:prstGeom>
        </p:spPr>
      </p:pic>
    </p:spTree>
    <p:extLst>
      <p:ext uri="{BB962C8B-B14F-4D97-AF65-F5344CB8AC3E}">
        <p14:creationId xmlns:p14="http://schemas.microsoft.com/office/powerpoint/2010/main" val="3223381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A37BC-8F6F-1560-4039-B4F0930D0D55}"/>
              </a:ext>
            </a:extLst>
          </p:cNvPr>
          <p:cNvSpPr>
            <a:spLocks noGrp="1"/>
          </p:cNvSpPr>
          <p:nvPr>
            <p:ph type="title"/>
          </p:nvPr>
        </p:nvSpPr>
        <p:spPr>
          <a:xfrm>
            <a:off x="838200" y="0"/>
            <a:ext cx="10515600" cy="1019331"/>
          </a:xfrm>
        </p:spPr>
        <p:txBody>
          <a:bodyPr/>
          <a:lstStyle/>
          <a:p>
            <a:pPr algn="ctr"/>
            <a:r>
              <a:rPr lang="en-US" b="1" dirty="0">
                <a:solidFill>
                  <a:srgbClr val="FF0000"/>
                </a:solidFill>
              </a:rPr>
              <a:t>Types </a:t>
            </a:r>
          </a:p>
        </p:txBody>
      </p:sp>
      <p:sp>
        <p:nvSpPr>
          <p:cNvPr id="3" name="Content Placeholder 2">
            <a:extLst>
              <a:ext uri="{FF2B5EF4-FFF2-40B4-BE49-F238E27FC236}">
                <a16:creationId xmlns:a16="http://schemas.microsoft.com/office/drawing/2014/main" id="{3B49AF2A-0E9D-1357-F125-6BE6B4EF4411}"/>
              </a:ext>
            </a:extLst>
          </p:cNvPr>
          <p:cNvSpPr>
            <a:spLocks noGrp="1"/>
          </p:cNvSpPr>
          <p:nvPr>
            <p:ph idx="1"/>
          </p:nvPr>
        </p:nvSpPr>
        <p:spPr>
          <a:xfrm>
            <a:off x="0" y="740229"/>
            <a:ext cx="12192000" cy="6117771"/>
          </a:xfrm>
        </p:spPr>
        <p:txBody>
          <a:bodyPr>
            <a:noAutofit/>
          </a:bodyPr>
          <a:lstStyle/>
          <a:p>
            <a:pPr>
              <a:buFont typeface="Wingdings" panose="05000000000000000000" pitchFamily="2" charset="2"/>
              <a:buChar char="q"/>
            </a:pPr>
            <a:r>
              <a:rPr lang="en-US" sz="3200" b="1" dirty="0">
                <a:solidFill>
                  <a:srgbClr val="0070C0"/>
                </a:solidFill>
              </a:rPr>
              <a:t>Classic Hodgkin Lymphoma </a:t>
            </a:r>
            <a:r>
              <a:rPr lang="en-US" sz="3200" b="1" dirty="0"/>
              <a:t>(</a:t>
            </a:r>
            <a:r>
              <a:rPr lang="en-US" sz="3200" b="1" dirty="0" err="1"/>
              <a:t>cHL</a:t>
            </a:r>
            <a:r>
              <a:rPr lang="en-US" sz="3200" b="1" dirty="0"/>
              <a:t>)  about 95%: It is characterized by classic Reed–Sternberg cells and has four subtypes:</a:t>
            </a:r>
          </a:p>
          <a:p>
            <a:pPr>
              <a:buFont typeface="Wingdings" panose="05000000000000000000" pitchFamily="2" charset="2"/>
              <a:buChar char="Ø"/>
            </a:pPr>
            <a:r>
              <a:rPr lang="en-US" sz="3200" b="1" dirty="0"/>
              <a:t> nodular sclerosis, the most common and often affecting young adults; </a:t>
            </a:r>
          </a:p>
          <a:p>
            <a:pPr>
              <a:buFont typeface="Wingdings" panose="05000000000000000000" pitchFamily="2" charset="2"/>
              <a:buChar char="Ø"/>
            </a:pPr>
            <a:r>
              <a:rPr lang="en-US" sz="3200" b="1" dirty="0"/>
              <a:t>mixed cellularity, commonly associated with EBV;</a:t>
            </a:r>
          </a:p>
          <a:p>
            <a:pPr>
              <a:buFont typeface="Wingdings" panose="05000000000000000000" pitchFamily="2" charset="2"/>
              <a:buChar char="Ø"/>
            </a:pPr>
            <a:r>
              <a:rPr lang="en-US" sz="3200" b="1" dirty="0"/>
              <a:t> lymphocyte-rich, which usually has a favorable prognosis; and </a:t>
            </a:r>
          </a:p>
          <a:p>
            <a:pPr>
              <a:buFont typeface="Wingdings" panose="05000000000000000000" pitchFamily="2" charset="2"/>
              <a:buChar char="Ø"/>
            </a:pPr>
            <a:r>
              <a:rPr lang="en-US" sz="3200" b="1" dirty="0"/>
              <a:t>lymphocyte-depleted, the rarest and often associated with advanced disease.</a:t>
            </a:r>
          </a:p>
          <a:p>
            <a:pPr>
              <a:buFont typeface="Wingdings" panose="05000000000000000000" pitchFamily="2" charset="2"/>
              <a:buChar char="q"/>
            </a:pPr>
            <a:r>
              <a:rPr lang="en-US" sz="3200" b="1" dirty="0"/>
              <a:t> </a:t>
            </a:r>
            <a:r>
              <a:rPr lang="en-US" sz="3200" b="1" dirty="0">
                <a:solidFill>
                  <a:srgbClr val="0070C0"/>
                </a:solidFill>
              </a:rPr>
              <a:t>Nodular Lymphocyte-Predominant Hodgkin Lymphoma </a:t>
            </a:r>
            <a:r>
              <a:rPr lang="en-US" sz="3200" b="1" dirty="0"/>
              <a:t>(NLPHL)  about 5%: It contains popcorn (LP) cells instead of classic Reed–Sternberg cells. It is usually slow-growing and localized to lymph nodes.</a:t>
            </a:r>
          </a:p>
        </p:txBody>
      </p:sp>
    </p:spTree>
    <p:extLst>
      <p:ext uri="{BB962C8B-B14F-4D97-AF65-F5344CB8AC3E}">
        <p14:creationId xmlns:p14="http://schemas.microsoft.com/office/powerpoint/2010/main" val="3814399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F1E28-6281-E626-8E86-A676976E4F7C}"/>
              </a:ext>
            </a:extLst>
          </p:cNvPr>
          <p:cNvSpPr>
            <a:spLocks noGrp="1"/>
          </p:cNvSpPr>
          <p:nvPr>
            <p:ph type="title"/>
          </p:nvPr>
        </p:nvSpPr>
        <p:spPr/>
        <p:txBody>
          <a:bodyPr/>
          <a:lstStyle/>
          <a:p>
            <a:pPr algn="ctr"/>
            <a:r>
              <a:rPr lang="en-US" b="1" dirty="0">
                <a:solidFill>
                  <a:srgbClr val="FF0000"/>
                </a:solidFill>
              </a:rPr>
              <a:t>Signs and </a:t>
            </a:r>
            <a:r>
              <a:rPr lang="en-US" b="1" dirty="0" err="1">
                <a:solidFill>
                  <a:srgbClr val="FF0000"/>
                </a:solidFill>
              </a:rPr>
              <a:t>symtoms</a:t>
            </a:r>
            <a:r>
              <a:rPr lang="en-US" b="1" dirty="0">
                <a:solidFill>
                  <a:srgbClr val="FF0000"/>
                </a:solidFill>
              </a:rPr>
              <a:t> </a:t>
            </a:r>
          </a:p>
        </p:txBody>
      </p:sp>
      <p:sp>
        <p:nvSpPr>
          <p:cNvPr id="3" name="Content Placeholder 2">
            <a:extLst>
              <a:ext uri="{FF2B5EF4-FFF2-40B4-BE49-F238E27FC236}">
                <a16:creationId xmlns:a16="http://schemas.microsoft.com/office/drawing/2014/main" id="{356838CA-7CF4-786C-F3A9-5F61F5173229}"/>
              </a:ext>
            </a:extLst>
          </p:cNvPr>
          <p:cNvSpPr>
            <a:spLocks noGrp="1"/>
          </p:cNvSpPr>
          <p:nvPr>
            <p:ph idx="1"/>
          </p:nvPr>
        </p:nvSpPr>
        <p:spPr>
          <a:xfrm>
            <a:off x="209861" y="1690688"/>
            <a:ext cx="11737299" cy="4934964"/>
          </a:xfrm>
        </p:spPr>
        <p:txBody>
          <a:bodyPr>
            <a:normAutofit fontScale="92500" lnSpcReduction="20000"/>
          </a:bodyPr>
          <a:lstStyle/>
          <a:p>
            <a:pPr>
              <a:buFont typeface="Wingdings" panose="05000000000000000000" pitchFamily="2" charset="2"/>
              <a:buChar char="q"/>
            </a:pPr>
            <a:r>
              <a:rPr lang="en-US" sz="3200" b="1" dirty="0"/>
              <a:t>Painless enlarged lymph nodes, especially in the neck, armpits, or groin</a:t>
            </a:r>
          </a:p>
          <a:p>
            <a:pPr>
              <a:buFont typeface="Wingdings" panose="05000000000000000000" pitchFamily="2" charset="2"/>
              <a:buChar char="q"/>
            </a:pPr>
            <a:r>
              <a:rPr lang="en-US" sz="3200" b="1" dirty="0"/>
              <a:t>Fever</a:t>
            </a:r>
          </a:p>
          <a:p>
            <a:pPr>
              <a:buFont typeface="Wingdings" panose="05000000000000000000" pitchFamily="2" charset="2"/>
              <a:buChar char="q"/>
            </a:pPr>
            <a:r>
              <a:rPr lang="en-US" sz="3200" b="1" dirty="0"/>
              <a:t>Drenching night sweats</a:t>
            </a:r>
          </a:p>
          <a:p>
            <a:pPr>
              <a:buFont typeface="Wingdings" panose="05000000000000000000" pitchFamily="2" charset="2"/>
              <a:buChar char="q"/>
            </a:pPr>
            <a:r>
              <a:rPr lang="en-US" sz="3200" b="1" dirty="0"/>
              <a:t>Unexplained weight loss</a:t>
            </a:r>
          </a:p>
          <a:p>
            <a:pPr>
              <a:buFont typeface="Wingdings" panose="05000000000000000000" pitchFamily="2" charset="2"/>
              <a:buChar char="q"/>
            </a:pPr>
            <a:r>
              <a:rPr lang="en-US" sz="3200" b="1" dirty="0"/>
              <a:t>Severe or persistent tiredness</a:t>
            </a:r>
          </a:p>
          <a:p>
            <a:pPr>
              <a:buFont typeface="Wingdings" panose="05000000000000000000" pitchFamily="2" charset="2"/>
              <a:buChar char="q"/>
            </a:pPr>
            <a:r>
              <a:rPr lang="en-US" sz="3200" b="1" dirty="0"/>
              <a:t>Generalized itching</a:t>
            </a:r>
          </a:p>
          <a:p>
            <a:pPr>
              <a:buFont typeface="Wingdings" panose="05000000000000000000" pitchFamily="2" charset="2"/>
              <a:buChar char="q"/>
            </a:pPr>
            <a:r>
              <a:rPr lang="en-US" sz="3200" b="1" dirty="0"/>
              <a:t>Loss of appetite</a:t>
            </a:r>
          </a:p>
          <a:p>
            <a:pPr>
              <a:buFont typeface="Wingdings" panose="05000000000000000000" pitchFamily="2" charset="2"/>
              <a:buChar char="q"/>
            </a:pPr>
            <a:r>
              <a:rPr lang="en-US" sz="3200" b="1" dirty="0"/>
              <a:t>Cough or difficulty breathing when lymph nodes in the chest are enlarged</a:t>
            </a:r>
          </a:p>
          <a:p>
            <a:pPr>
              <a:buFont typeface="Wingdings" panose="05000000000000000000" pitchFamily="2" charset="2"/>
              <a:buChar char="q"/>
            </a:pPr>
            <a:r>
              <a:rPr lang="en-US" sz="3200" b="1" dirty="0"/>
              <a:t>Pain in enlarged lymph nodes after drinking alcohol (but not that much common).</a:t>
            </a:r>
          </a:p>
        </p:txBody>
      </p:sp>
    </p:spTree>
    <p:extLst>
      <p:ext uri="{BB962C8B-B14F-4D97-AF65-F5344CB8AC3E}">
        <p14:creationId xmlns:p14="http://schemas.microsoft.com/office/powerpoint/2010/main" val="1723446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E3F12-ADC6-5B67-5821-3F11FF8FD2E3}"/>
              </a:ext>
            </a:extLst>
          </p:cNvPr>
          <p:cNvSpPr>
            <a:spLocks noGrp="1"/>
          </p:cNvSpPr>
          <p:nvPr>
            <p:ph type="title"/>
          </p:nvPr>
        </p:nvSpPr>
        <p:spPr/>
        <p:txBody>
          <a:bodyPr/>
          <a:lstStyle/>
          <a:p>
            <a:pPr algn="ctr"/>
            <a:r>
              <a:rPr lang="en-US" b="1" dirty="0">
                <a:solidFill>
                  <a:srgbClr val="FF0000"/>
                </a:solidFill>
              </a:rPr>
              <a:t>Investigation </a:t>
            </a:r>
          </a:p>
        </p:txBody>
      </p:sp>
      <p:sp>
        <p:nvSpPr>
          <p:cNvPr id="3" name="Content Placeholder 2">
            <a:extLst>
              <a:ext uri="{FF2B5EF4-FFF2-40B4-BE49-F238E27FC236}">
                <a16:creationId xmlns:a16="http://schemas.microsoft.com/office/drawing/2014/main" id="{953E57BE-D62A-065C-D62D-40313D7BA742}"/>
              </a:ext>
            </a:extLst>
          </p:cNvPr>
          <p:cNvSpPr>
            <a:spLocks noGrp="1"/>
          </p:cNvSpPr>
          <p:nvPr>
            <p:ph idx="1"/>
          </p:nvPr>
        </p:nvSpPr>
        <p:spPr>
          <a:xfrm>
            <a:off x="404733" y="1690688"/>
            <a:ext cx="11587397" cy="4964945"/>
          </a:xfrm>
        </p:spPr>
        <p:txBody>
          <a:bodyPr>
            <a:normAutofit/>
          </a:bodyPr>
          <a:lstStyle/>
          <a:p>
            <a:pPr marL="0" indent="0">
              <a:buNone/>
            </a:pPr>
            <a:r>
              <a:rPr lang="en-US" sz="3600" b="1" dirty="0"/>
              <a:t>1. </a:t>
            </a:r>
            <a:r>
              <a:rPr lang="en-US" sz="3600" b="1" dirty="0">
                <a:solidFill>
                  <a:srgbClr val="FF0000"/>
                </a:solidFill>
              </a:rPr>
              <a:t>Confirm the diagnosis</a:t>
            </a:r>
          </a:p>
          <a:p>
            <a:pPr marL="0" indent="0">
              <a:buNone/>
            </a:pPr>
            <a:r>
              <a:rPr lang="en-US" sz="3600" b="1" dirty="0"/>
              <a:t>Physical examination: Check for enlarged lymph nodes, spleen, and liver.</a:t>
            </a:r>
          </a:p>
          <a:p>
            <a:pPr marL="0" indent="0">
              <a:buNone/>
            </a:pPr>
            <a:r>
              <a:rPr lang="en-US" sz="3600" b="1" dirty="0"/>
              <a:t>Lymph node biopsy: Gold standard. The tissue is examined for Reed–Sternberg cells.</a:t>
            </a:r>
          </a:p>
          <a:p>
            <a:pPr marL="0" indent="0">
              <a:buNone/>
            </a:pPr>
            <a:r>
              <a:rPr lang="en-US" sz="3600" b="1" dirty="0"/>
              <a:t>2. </a:t>
            </a:r>
            <a:r>
              <a:rPr lang="en-US" sz="3600" b="1" dirty="0">
                <a:solidFill>
                  <a:srgbClr val="FF0000"/>
                </a:solidFill>
              </a:rPr>
              <a:t>Blood tests</a:t>
            </a:r>
          </a:p>
          <a:p>
            <a:pPr marL="0" indent="0">
              <a:buNone/>
            </a:pPr>
            <a:r>
              <a:rPr lang="en-US" sz="3600" b="1" dirty="0"/>
              <a:t> CBC: Checks red cells, white cells, and platelets.</a:t>
            </a:r>
          </a:p>
          <a:p>
            <a:pPr marL="0" indent="0">
              <a:buNone/>
            </a:pPr>
            <a:r>
              <a:rPr lang="en-US" sz="3600" b="1" dirty="0"/>
              <a:t>ESR and LDH: May be elevated.</a:t>
            </a:r>
          </a:p>
          <a:p>
            <a:pPr marL="0" indent="0">
              <a:buNone/>
            </a:pPr>
            <a:r>
              <a:rPr lang="en-US" sz="3600" b="1" dirty="0"/>
              <a:t>Liver and kidney tests: Assess organ function.</a:t>
            </a:r>
          </a:p>
          <a:p>
            <a:endParaRPr lang="en-US" dirty="0"/>
          </a:p>
        </p:txBody>
      </p:sp>
    </p:spTree>
    <p:extLst>
      <p:ext uri="{BB962C8B-B14F-4D97-AF65-F5344CB8AC3E}">
        <p14:creationId xmlns:p14="http://schemas.microsoft.com/office/powerpoint/2010/main" val="236805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55777-0C5B-E07A-85F8-14AABB452759}"/>
              </a:ext>
            </a:extLst>
          </p:cNvPr>
          <p:cNvSpPr>
            <a:spLocks noGrp="1"/>
          </p:cNvSpPr>
          <p:nvPr>
            <p:ph type="title"/>
          </p:nvPr>
        </p:nvSpPr>
        <p:spPr/>
        <p:txBody>
          <a:bodyPr/>
          <a:lstStyle/>
          <a:p>
            <a:r>
              <a:rPr lang="en-US" b="1" dirty="0" err="1">
                <a:solidFill>
                  <a:srgbClr val="FF0000"/>
                </a:solidFill>
              </a:rPr>
              <a:t>Cont’n</a:t>
            </a:r>
            <a:endParaRPr lang="en-US" b="1" dirty="0">
              <a:solidFill>
                <a:srgbClr val="FF0000"/>
              </a:solidFill>
            </a:endParaRPr>
          </a:p>
        </p:txBody>
      </p:sp>
      <p:sp>
        <p:nvSpPr>
          <p:cNvPr id="3" name="Content Placeholder 2">
            <a:extLst>
              <a:ext uri="{FF2B5EF4-FFF2-40B4-BE49-F238E27FC236}">
                <a16:creationId xmlns:a16="http://schemas.microsoft.com/office/drawing/2014/main" id="{D32B4E2A-273E-BEF2-9414-6B08F34F71BB}"/>
              </a:ext>
            </a:extLst>
          </p:cNvPr>
          <p:cNvSpPr>
            <a:spLocks noGrp="1"/>
          </p:cNvSpPr>
          <p:nvPr>
            <p:ph idx="1"/>
          </p:nvPr>
        </p:nvSpPr>
        <p:spPr>
          <a:xfrm>
            <a:off x="314793" y="1543987"/>
            <a:ext cx="11039007" cy="5126636"/>
          </a:xfrm>
        </p:spPr>
        <p:txBody>
          <a:bodyPr>
            <a:normAutofit/>
          </a:bodyPr>
          <a:lstStyle/>
          <a:p>
            <a:pPr marL="0" indent="0">
              <a:buNone/>
            </a:pPr>
            <a:r>
              <a:rPr lang="en-US" sz="3200" b="1" dirty="0"/>
              <a:t>3. </a:t>
            </a:r>
            <a:r>
              <a:rPr lang="en-US" sz="3200" b="1" dirty="0">
                <a:solidFill>
                  <a:srgbClr val="FF0000"/>
                </a:solidFill>
              </a:rPr>
              <a:t>Imaging for staging</a:t>
            </a:r>
          </a:p>
          <a:p>
            <a:pPr marL="0" indent="0">
              <a:buNone/>
            </a:pPr>
            <a:r>
              <a:rPr lang="en-US" sz="3200" b="1" dirty="0"/>
              <a:t>CT scan: Shows enlarged lymph nodes and affected organs.</a:t>
            </a:r>
          </a:p>
          <a:p>
            <a:pPr marL="0" indent="0">
              <a:buNone/>
            </a:pPr>
            <a:r>
              <a:rPr lang="en-US" sz="3200" b="1" dirty="0"/>
              <a:t>Chest X-ray/MRI: Used when necessary.</a:t>
            </a:r>
          </a:p>
          <a:p>
            <a:pPr marL="0" indent="0">
              <a:buNone/>
            </a:pPr>
            <a:r>
              <a:rPr lang="en-US" sz="3200" b="1" dirty="0"/>
              <a:t>4. </a:t>
            </a:r>
            <a:r>
              <a:rPr lang="en-US" sz="3200" b="1" dirty="0">
                <a:solidFill>
                  <a:srgbClr val="FF0000"/>
                </a:solidFill>
              </a:rPr>
              <a:t>Bone marrow test</a:t>
            </a:r>
          </a:p>
          <a:p>
            <a:pPr marL="0" indent="0">
              <a:buNone/>
            </a:pPr>
            <a:r>
              <a:rPr lang="en-US" sz="3200" b="1" dirty="0"/>
              <a:t>May be done to check for bone marrow involvement.</a:t>
            </a:r>
          </a:p>
          <a:p>
            <a:pPr marL="0" indent="0">
              <a:buNone/>
            </a:pPr>
            <a:r>
              <a:rPr lang="en-US" sz="3200" b="1" dirty="0"/>
              <a:t>5. </a:t>
            </a:r>
            <a:r>
              <a:rPr lang="en-US" sz="3200" b="1" dirty="0">
                <a:solidFill>
                  <a:srgbClr val="FF0000"/>
                </a:solidFill>
              </a:rPr>
              <a:t>Before treatment</a:t>
            </a:r>
          </a:p>
          <a:p>
            <a:pPr marL="0" indent="0">
              <a:buNone/>
            </a:pPr>
            <a:r>
              <a:rPr lang="en-US" sz="3200" b="1" dirty="0"/>
              <a:t> HIV/hepatitis tests, pregnancy test, heart/lung assessment, and fertility evaluation when needed</a:t>
            </a:r>
            <a:r>
              <a:rPr lang="en-US" dirty="0"/>
              <a:t>.</a:t>
            </a:r>
          </a:p>
          <a:p>
            <a:endParaRPr lang="en-US" dirty="0"/>
          </a:p>
        </p:txBody>
      </p:sp>
    </p:spTree>
    <p:extLst>
      <p:ext uri="{BB962C8B-B14F-4D97-AF65-F5344CB8AC3E}">
        <p14:creationId xmlns:p14="http://schemas.microsoft.com/office/powerpoint/2010/main" val="2926646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A7477-1D85-472B-086F-D5CFA4EE918D}"/>
              </a:ext>
            </a:extLst>
          </p:cNvPr>
          <p:cNvSpPr>
            <a:spLocks noGrp="1"/>
          </p:cNvSpPr>
          <p:nvPr>
            <p:ph type="title"/>
          </p:nvPr>
        </p:nvSpPr>
        <p:spPr/>
        <p:txBody>
          <a:bodyPr/>
          <a:lstStyle/>
          <a:p>
            <a:pPr algn="ctr"/>
            <a:r>
              <a:rPr lang="en-US" b="1" dirty="0">
                <a:solidFill>
                  <a:srgbClr val="FF0000"/>
                </a:solidFill>
              </a:rPr>
              <a:t>Medical/nursing management </a:t>
            </a:r>
          </a:p>
        </p:txBody>
      </p:sp>
      <p:sp>
        <p:nvSpPr>
          <p:cNvPr id="3" name="Content Placeholder 2">
            <a:extLst>
              <a:ext uri="{FF2B5EF4-FFF2-40B4-BE49-F238E27FC236}">
                <a16:creationId xmlns:a16="http://schemas.microsoft.com/office/drawing/2014/main" id="{1DB56ABF-6679-2919-B5ED-B08C6C25A4C9}"/>
              </a:ext>
            </a:extLst>
          </p:cNvPr>
          <p:cNvSpPr>
            <a:spLocks noGrp="1"/>
          </p:cNvSpPr>
          <p:nvPr>
            <p:ph idx="1"/>
          </p:nvPr>
        </p:nvSpPr>
        <p:spPr>
          <a:xfrm>
            <a:off x="179881" y="1558977"/>
            <a:ext cx="11812249" cy="5096656"/>
          </a:xfrm>
        </p:spPr>
        <p:txBody>
          <a:bodyPr/>
          <a:lstStyle/>
          <a:p>
            <a:pPr marL="0" indent="0" algn="ctr">
              <a:buNone/>
            </a:pPr>
            <a:r>
              <a:rPr lang="en-US" sz="2800" u="sng" dirty="0">
                <a:solidFill>
                  <a:srgbClr val="0070C0"/>
                </a:solidFill>
              </a:rPr>
              <a:t>Medical Management of Hodgkin Disease</a:t>
            </a:r>
          </a:p>
          <a:p>
            <a:pPr marL="0" indent="0">
              <a:buNone/>
            </a:pPr>
            <a:r>
              <a:rPr lang="en-US" sz="3200" b="1" dirty="0"/>
              <a:t>Chemotherapy – main treatment for many patients.</a:t>
            </a:r>
          </a:p>
          <a:p>
            <a:pPr marL="0" indent="0">
              <a:buNone/>
            </a:pPr>
            <a:r>
              <a:rPr lang="en-US" sz="3200" b="1" dirty="0"/>
              <a:t>Radiotherapy – used to destroy remaining cancer cells.</a:t>
            </a:r>
          </a:p>
          <a:p>
            <a:pPr marL="0" indent="0">
              <a:buNone/>
            </a:pPr>
            <a:r>
              <a:rPr lang="en-US" sz="3200" b="1" dirty="0"/>
              <a:t>Immunotherapy – helps the immune system attack cancer cells.</a:t>
            </a:r>
          </a:p>
          <a:p>
            <a:pPr marL="0" indent="0">
              <a:buNone/>
            </a:pPr>
            <a:r>
              <a:rPr lang="en-US" sz="3200" b="1" dirty="0"/>
              <a:t>Targeted therapy – targets specific cancer cells.</a:t>
            </a:r>
          </a:p>
          <a:p>
            <a:pPr marL="0" indent="0">
              <a:buNone/>
            </a:pPr>
            <a:r>
              <a:rPr lang="en-US" sz="3200" b="1" dirty="0"/>
              <a:t>Stem-cell transplant – may be used when the disease returns or does not respond to treatment.</a:t>
            </a:r>
          </a:p>
          <a:p>
            <a:pPr marL="0" indent="0">
              <a:buNone/>
            </a:pPr>
            <a:r>
              <a:rPr lang="en-US" sz="3200" b="1" dirty="0"/>
              <a:t>Supportive treatment – pain relief, anti-nausea medicines, antibiotics when needed, and blood transfusion if necessary</a:t>
            </a:r>
            <a:r>
              <a:rPr lang="en-US" dirty="0"/>
              <a:t>.</a:t>
            </a:r>
          </a:p>
        </p:txBody>
      </p:sp>
    </p:spTree>
    <p:extLst>
      <p:ext uri="{BB962C8B-B14F-4D97-AF65-F5344CB8AC3E}">
        <p14:creationId xmlns:p14="http://schemas.microsoft.com/office/powerpoint/2010/main" val="35291095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ABD74-6143-4953-18FB-2B124319AA78}"/>
              </a:ext>
            </a:extLst>
          </p:cNvPr>
          <p:cNvSpPr>
            <a:spLocks noGrp="1"/>
          </p:cNvSpPr>
          <p:nvPr>
            <p:ph type="title"/>
          </p:nvPr>
        </p:nvSpPr>
        <p:spPr/>
        <p:txBody>
          <a:bodyPr/>
          <a:lstStyle/>
          <a:p>
            <a:pPr algn="ctr"/>
            <a:r>
              <a:rPr lang="en-US" dirty="0">
                <a:solidFill>
                  <a:srgbClr val="FF0000"/>
                </a:solidFill>
              </a:rPr>
              <a:t>Nursing management </a:t>
            </a:r>
          </a:p>
        </p:txBody>
      </p:sp>
      <p:sp>
        <p:nvSpPr>
          <p:cNvPr id="3" name="Content Placeholder 2">
            <a:extLst>
              <a:ext uri="{FF2B5EF4-FFF2-40B4-BE49-F238E27FC236}">
                <a16:creationId xmlns:a16="http://schemas.microsoft.com/office/drawing/2014/main" id="{FC32CA65-1226-077C-B04D-200325613082}"/>
              </a:ext>
            </a:extLst>
          </p:cNvPr>
          <p:cNvSpPr>
            <a:spLocks noGrp="1"/>
          </p:cNvSpPr>
          <p:nvPr>
            <p:ph idx="1"/>
          </p:nvPr>
        </p:nvSpPr>
        <p:spPr>
          <a:xfrm>
            <a:off x="0" y="1379094"/>
            <a:ext cx="11353800" cy="5478905"/>
          </a:xfrm>
        </p:spPr>
        <p:txBody>
          <a:bodyPr>
            <a:noAutofit/>
          </a:bodyPr>
          <a:lstStyle/>
          <a:p>
            <a:pPr>
              <a:buFont typeface="Wingdings" panose="05000000000000000000" pitchFamily="2" charset="2"/>
              <a:buChar char="q"/>
            </a:pPr>
            <a:r>
              <a:rPr lang="en-US" sz="3200" b="1" dirty="0"/>
              <a:t>Monitor vital signs regularly.</a:t>
            </a:r>
          </a:p>
          <a:p>
            <a:pPr>
              <a:buFont typeface="Wingdings" panose="05000000000000000000" pitchFamily="2" charset="2"/>
              <a:buChar char="q"/>
            </a:pPr>
            <a:r>
              <a:rPr lang="en-US" sz="3200" b="1" dirty="0"/>
              <a:t>Observe for signs of infection.</a:t>
            </a:r>
          </a:p>
          <a:p>
            <a:pPr>
              <a:buFont typeface="Wingdings" panose="05000000000000000000" pitchFamily="2" charset="2"/>
              <a:buChar char="q"/>
            </a:pPr>
            <a:r>
              <a:rPr lang="en-US" sz="3200" b="1" dirty="0"/>
              <a:t>Maintain strict infection-control measures.</a:t>
            </a:r>
          </a:p>
          <a:p>
            <a:pPr>
              <a:buFont typeface="Wingdings" panose="05000000000000000000" pitchFamily="2" charset="2"/>
              <a:buChar char="q"/>
            </a:pPr>
            <a:r>
              <a:rPr lang="en-US" sz="3200" b="1" dirty="0"/>
              <a:t>Monitor for chemotherapy side effects.</a:t>
            </a:r>
          </a:p>
          <a:p>
            <a:pPr>
              <a:buFont typeface="Wingdings" panose="05000000000000000000" pitchFamily="2" charset="2"/>
              <a:buChar char="q"/>
            </a:pPr>
            <a:r>
              <a:rPr lang="en-US" sz="3200" b="1" dirty="0"/>
              <a:t>Assess and manage pain.</a:t>
            </a:r>
          </a:p>
          <a:p>
            <a:pPr>
              <a:buFont typeface="Wingdings" panose="05000000000000000000" pitchFamily="2" charset="2"/>
              <a:buChar char="q"/>
            </a:pPr>
            <a:r>
              <a:rPr lang="en-US" sz="3200" b="1" dirty="0"/>
              <a:t>Manage nausea and vomiting.</a:t>
            </a:r>
          </a:p>
          <a:p>
            <a:pPr>
              <a:buFont typeface="Wingdings" panose="05000000000000000000" pitchFamily="2" charset="2"/>
              <a:buChar char="q"/>
            </a:pPr>
            <a:r>
              <a:rPr lang="en-US" sz="3200" b="1" dirty="0"/>
              <a:t>Encourage adequate nutrition and fluids.</a:t>
            </a:r>
          </a:p>
          <a:p>
            <a:pPr>
              <a:buFont typeface="Wingdings" panose="05000000000000000000" pitchFamily="2" charset="2"/>
              <a:buChar char="q"/>
            </a:pPr>
            <a:r>
              <a:rPr lang="en-US" sz="3200" b="1" dirty="0"/>
              <a:t>Encourage adequate rest and manage fatigue.</a:t>
            </a:r>
          </a:p>
          <a:p>
            <a:pPr>
              <a:buFont typeface="Wingdings" panose="05000000000000000000" pitchFamily="2" charset="2"/>
              <a:buChar char="q"/>
            </a:pPr>
            <a:r>
              <a:rPr lang="en-US" sz="3200" b="1" dirty="0"/>
              <a:t>Educate the patient about treatment and self-care.</a:t>
            </a:r>
          </a:p>
          <a:p>
            <a:pPr>
              <a:buFont typeface="Wingdings" panose="05000000000000000000" pitchFamily="2" charset="2"/>
              <a:buChar char="q"/>
            </a:pPr>
            <a:r>
              <a:rPr lang="en-US" sz="3200" b="1" dirty="0"/>
              <a:t>Encourage regular follow-up appointments.</a:t>
            </a:r>
          </a:p>
        </p:txBody>
      </p:sp>
    </p:spTree>
    <p:extLst>
      <p:ext uri="{BB962C8B-B14F-4D97-AF65-F5344CB8AC3E}">
        <p14:creationId xmlns:p14="http://schemas.microsoft.com/office/powerpoint/2010/main" val="23772379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DBDE2-8926-2418-3688-DFDB841C9803}"/>
              </a:ext>
            </a:extLst>
          </p:cNvPr>
          <p:cNvSpPr>
            <a:spLocks noGrp="1"/>
          </p:cNvSpPr>
          <p:nvPr>
            <p:ph type="title"/>
          </p:nvPr>
        </p:nvSpPr>
        <p:spPr>
          <a:xfrm>
            <a:off x="838200" y="365126"/>
            <a:ext cx="10515600" cy="969000"/>
          </a:xfrm>
        </p:spPr>
        <p:txBody>
          <a:bodyPr/>
          <a:lstStyle/>
          <a:p>
            <a:pPr algn="ctr"/>
            <a:r>
              <a:rPr lang="en-US" b="1" dirty="0">
                <a:solidFill>
                  <a:srgbClr val="FF0000"/>
                </a:solidFill>
              </a:rPr>
              <a:t>Nursing diagnosis </a:t>
            </a:r>
          </a:p>
        </p:txBody>
      </p:sp>
      <p:sp>
        <p:nvSpPr>
          <p:cNvPr id="3" name="Content Placeholder 2">
            <a:extLst>
              <a:ext uri="{FF2B5EF4-FFF2-40B4-BE49-F238E27FC236}">
                <a16:creationId xmlns:a16="http://schemas.microsoft.com/office/drawing/2014/main" id="{0CED2021-8E04-EFC7-4719-8BFF4699AD2B}"/>
              </a:ext>
            </a:extLst>
          </p:cNvPr>
          <p:cNvSpPr>
            <a:spLocks noGrp="1"/>
          </p:cNvSpPr>
          <p:nvPr>
            <p:ph idx="1"/>
          </p:nvPr>
        </p:nvSpPr>
        <p:spPr>
          <a:xfrm>
            <a:off x="209862" y="1064302"/>
            <a:ext cx="11982138" cy="5793698"/>
          </a:xfrm>
        </p:spPr>
        <p:txBody>
          <a:bodyPr>
            <a:noAutofit/>
          </a:bodyPr>
          <a:lstStyle/>
          <a:p>
            <a:pPr marL="571500" indent="-571500">
              <a:buFont typeface="Wingdings" panose="05000000000000000000" pitchFamily="2" charset="2"/>
              <a:buChar char="q"/>
            </a:pPr>
            <a:r>
              <a:rPr lang="en-US" sz="3600" b="1" dirty="0"/>
              <a:t>Risk for infection related to immunosuppression and chemotherapy.</a:t>
            </a:r>
          </a:p>
          <a:p>
            <a:pPr marL="571500" indent="-571500">
              <a:buFont typeface="Wingdings" panose="05000000000000000000" pitchFamily="2" charset="2"/>
              <a:buChar char="q"/>
            </a:pPr>
            <a:r>
              <a:rPr lang="en-US" sz="3600" b="1" dirty="0"/>
              <a:t>Fatigue related to </a:t>
            </a:r>
            <a:r>
              <a:rPr lang="en-US" sz="3600" b="1" dirty="0" err="1"/>
              <a:t>anaemia</a:t>
            </a:r>
            <a:r>
              <a:rPr lang="en-US" sz="3600" b="1" dirty="0"/>
              <a:t> and disease processes.</a:t>
            </a:r>
          </a:p>
          <a:p>
            <a:pPr marL="571500" indent="-571500">
              <a:buFont typeface="Wingdings" panose="05000000000000000000" pitchFamily="2" charset="2"/>
              <a:buChar char="q"/>
            </a:pPr>
            <a:r>
              <a:rPr lang="en-US" sz="3600" b="1" dirty="0"/>
              <a:t>Imbalanced nutrition: Less than body requirements related to anorexia.</a:t>
            </a:r>
          </a:p>
          <a:p>
            <a:pPr marL="571500" indent="-571500">
              <a:buFont typeface="Wingdings" panose="05000000000000000000" pitchFamily="2" charset="2"/>
              <a:buChar char="q"/>
            </a:pPr>
            <a:r>
              <a:rPr lang="en-US" sz="3600" b="1" dirty="0"/>
              <a:t>Acute pain related to enlarged lymph nodes.</a:t>
            </a:r>
          </a:p>
          <a:p>
            <a:pPr marL="571500" indent="-571500">
              <a:buFont typeface="Wingdings" panose="05000000000000000000" pitchFamily="2" charset="2"/>
              <a:buChar char="q"/>
            </a:pPr>
            <a:r>
              <a:rPr lang="en-US" sz="3600" b="1" dirty="0"/>
              <a:t>Anxiety related to diagnosis and uncertainty about prognosis.</a:t>
            </a:r>
          </a:p>
          <a:p>
            <a:pPr marL="571500" indent="-571500">
              <a:buFont typeface="Wingdings" panose="05000000000000000000" pitchFamily="2" charset="2"/>
              <a:buChar char="q"/>
            </a:pPr>
            <a:r>
              <a:rPr lang="en-US" sz="3600" b="1" dirty="0"/>
              <a:t> Risk for bleeding related to thrombocytopenia </a:t>
            </a:r>
          </a:p>
          <a:p>
            <a:pPr marL="571500" indent="-571500">
              <a:buFont typeface="Wingdings" panose="05000000000000000000" pitchFamily="2" charset="2"/>
              <a:buChar char="q"/>
            </a:pPr>
            <a:r>
              <a:rPr lang="en-US" sz="3600" b="1" dirty="0"/>
              <a:t>Disturbed body image related to hair loss and physical changes.</a:t>
            </a:r>
          </a:p>
        </p:txBody>
      </p:sp>
    </p:spTree>
    <p:extLst>
      <p:ext uri="{BB962C8B-B14F-4D97-AF65-F5344CB8AC3E}">
        <p14:creationId xmlns:p14="http://schemas.microsoft.com/office/powerpoint/2010/main" val="15135729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3946A-0C33-7978-664B-77C9099E7CC6}"/>
              </a:ext>
            </a:extLst>
          </p:cNvPr>
          <p:cNvSpPr>
            <a:spLocks noGrp="1"/>
          </p:cNvSpPr>
          <p:nvPr>
            <p:ph type="title"/>
          </p:nvPr>
        </p:nvSpPr>
        <p:spPr>
          <a:xfrm>
            <a:off x="838200" y="284813"/>
            <a:ext cx="10515600" cy="824459"/>
          </a:xfrm>
        </p:spPr>
        <p:txBody>
          <a:bodyPr/>
          <a:lstStyle/>
          <a:p>
            <a:pPr algn="ctr"/>
            <a:r>
              <a:rPr lang="en-US" b="1" dirty="0">
                <a:solidFill>
                  <a:srgbClr val="FF0000"/>
                </a:solidFill>
              </a:rPr>
              <a:t>complications</a:t>
            </a:r>
          </a:p>
        </p:txBody>
      </p:sp>
      <p:sp>
        <p:nvSpPr>
          <p:cNvPr id="3" name="Content Placeholder 2">
            <a:extLst>
              <a:ext uri="{FF2B5EF4-FFF2-40B4-BE49-F238E27FC236}">
                <a16:creationId xmlns:a16="http://schemas.microsoft.com/office/drawing/2014/main" id="{783FC30A-2AAA-5DAB-3F57-48BF5020A473}"/>
              </a:ext>
            </a:extLst>
          </p:cNvPr>
          <p:cNvSpPr>
            <a:spLocks noGrp="1"/>
          </p:cNvSpPr>
          <p:nvPr>
            <p:ph idx="1"/>
          </p:nvPr>
        </p:nvSpPr>
        <p:spPr>
          <a:xfrm>
            <a:off x="149902" y="1364105"/>
            <a:ext cx="12042098" cy="5336498"/>
          </a:xfrm>
        </p:spPr>
        <p:txBody>
          <a:bodyPr>
            <a:normAutofit/>
          </a:bodyPr>
          <a:lstStyle/>
          <a:p>
            <a:pPr>
              <a:buFont typeface="Wingdings" panose="05000000000000000000" pitchFamily="2" charset="2"/>
              <a:buChar char="q"/>
            </a:pPr>
            <a:r>
              <a:rPr lang="en-US" sz="2400" b="1" dirty="0"/>
              <a:t> Infections: A weakened immune system and chemotherapy increase the risk of bacterial, viral, and fungal infections.</a:t>
            </a:r>
          </a:p>
          <a:p>
            <a:pPr>
              <a:buFont typeface="Wingdings" panose="05000000000000000000" pitchFamily="2" charset="2"/>
              <a:buChar char="q"/>
            </a:pPr>
            <a:r>
              <a:rPr lang="en-US" sz="2400" b="1" dirty="0"/>
              <a:t> Anemia: Reduced red blood cells can cause fatigue, weakness, pallor, dizziness, and shortness of breath.</a:t>
            </a:r>
          </a:p>
          <a:p>
            <a:pPr>
              <a:buFont typeface="Wingdings" panose="05000000000000000000" pitchFamily="2" charset="2"/>
              <a:buChar char="q"/>
            </a:pPr>
            <a:r>
              <a:rPr lang="en-US" sz="2400" b="1" dirty="0"/>
              <a:t> Thrombocytopenia: Low platelet levels increase the risk of easy bruising, nosebleeds, gum bleeding, and prolonged bleeding.</a:t>
            </a:r>
          </a:p>
          <a:p>
            <a:pPr>
              <a:buFont typeface="Wingdings" panose="05000000000000000000" pitchFamily="2" charset="2"/>
              <a:buChar char="q"/>
            </a:pPr>
            <a:r>
              <a:rPr lang="en-US" sz="2400" b="1" dirty="0"/>
              <a:t> Bone marrow suppression: Chemotherapy can reduce blood-cell production, leading to anemia, neutropenia, and thrombocytopenia.</a:t>
            </a:r>
          </a:p>
          <a:p>
            <a:pPr>
              <a:buFont typeface="Wingdings" panose="05000000000000000000" pitchFamily="2" charset="2"/>
              <a:buChar char="q"/>
            </a:pPr>
            <a:r>
              <a:rPr lang="en-US" sz="2400" b="1" dirty="0"/>
              <a:t> Respiratory complications: Enlarged chest lymph nodes may compress the airways, causing cough, chest discomfort, and difficulty breathing.</a:t>
            </a:r>
          </a:p>
          <a:p>
            <a:pPr>
              <a:buFont typeface="Wingdings" panose="05000000000000000000" pitchFamily="2" charset="2"/>
              <a:buChar char="q"/>
            </a:pPr>
            <a:r>
              <a:rPr lang="en-US" sz="2400" b="1" dirty="0"/>
              <a:t>Superior vena cava syndrome: Compression of the superior vena cava may cause swelling of the face, neck, or arms, headache, and shortness of breath.</a:t>
            </a:r>
          </a:p>
          <a:p>
            <a:pPr>
              <a:buFont typeface="Wingdings" panose="05000000000000000000" pitchFamily="2" charset="2"/>
              <a:buChar char="q"/>
            </a:pPr>
            <a:r>
              <a:rPr lang="en-US" sz="2400" b="1" dirty="0"/>
              <a:t>Liver and spleen involvement: Advanced disease may cause hepatomegaly, splenomegaly, abdominal discomfort, and abnormal liver function</a:t>
            </a:r>
          </a:p>
        </p:txBody>
      </p:sp>
    </p:spTree>
    <p:extLst>
      <p:ext uri="{BB962C8B-B14F-4D97-AF65-F5344CB8AC3E}">
        <p14:creationId xmlns:p14="http://schemas.microsoft.com/office/powerpoint/2010/main" val="11759082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DBAC-0BE1-3B67-00CD-F3DF1A7C1F2D}"/>
              </a:ext>
            </a:extLst>
          </p:cNvPr>
          <p:cNvSpPr>
            <a:spLocks noGrp="1"/>
          </p:cNvSpPr>
          <p:nvPr>
            <p:ph type="title"/>
          </p:nvPr>
        </p:nvSpPr>
        <p:spPr/>
        <p:txBody>
          <a:bodyPr/>
          <a:lstStyle/>
          <a:p>
            <a:pPr algn="ctr"/>
            <a:r>
              <a:rPr lang="en-US" b="1" dirty="0">
                <a:solidFill>
                  <a:srgbClr val="FF0000"/>
                </a:solidFill>
              </a:rPr>
              <a:t>Differential Diagnosis </a:t>
            </a:r>
          </a:p>
        </p:txBody>
      </p:sp>
      <p:sp>
        <p:nvSpPr>
          <p:cNvPr id="3" name="Content Placeholder 2">
            <a:extLst>
              <a:ext uri="{FF2B5EF4-FFF2-40B4-BE49-F238E27FC236}">
                <a16:creationId xmlns:a16="http://schemas.microsoft.com/office/drawing/2014/main" id="{A31CABE3-B2FA-EE6B-54C4-A4A530D0B402}"/>
              </a:ext>
            </a:extLst>
          </p:cNvPr>
          <p:cNvSpPr>
            <a:spLocks noGrp="1"/>
          </p:cNvSpPr>
          <p:nvPr>
            <p:ph idx="1"/>
          </p:nvPr>
        </p:nvSpPr>
        <p:spPr/>
        <p:txBody>
          <a:bodyPr>
            <a:normAutofit/>
          </a:bodyPr>
          <a:lstStyle/>
          <a:p>
            <a:pPr>
              <a:buFont typeface="Wingdings" panose="05000000000000000000" pitchFamily="2" charset="2"/>
              <a:buChar char="q"/>
            </a:pPr>
            <a:r>
              <a:rPr lang="en-US" sz="3200" b="1" dirty="0"/>
              <a:t>Non-Hodgkin lymphoma</a:t>
            </a:r>
          </a:p>
          <a:p>
            <a:pPr>
              <a:buFont typeface="Wingdings" panose="05000000000000000000" pitchFamily="2" charset="2"/>
              <a:buChar char="q"/>
            </a:pPr>
            <a:r>
              <a:rPr lang="en-US" sz="3200" b="1" dirty="0"/>
              <a:t>Tuberculous lymphadenitis</a:t>
            </a:r>
          </a:p>
          <a:p>
            <a:pPr>
              <a:buFont typeface="Wingdings" panose="05000000000000000000" pitchFamily="2" charset="2"/>
              <a:buChar char="q"/>
            </a:pPr>
            <a:r>
              <a:rPr lang="en-US" sz="3200" b="1" dirty="0"/>
              <a:t>Chronic lymphocytic </a:t>
            </a:r>
            <a:r>
              <a:rPr lang="en-US" sz="3200" b="1" dirty="0" err="1"/>
              <a:t>leukaemia</a:t>
            </a:r>
            <a:r>
              <a:rPr lang="en-US" sz="3200" b="1" dirty="0"/>
              <a:t> (CLL)</a:t>
            </a:r>
          </a:p>
          <a:p>
            <a:pPr>
              <a:buFont typeface="Wingdings" panose="05000000000000000000" pitchFamily="2" charset="2"/>
              <a:buChar char="q"/>
            </a:pPr>
            <a:r>
              <a:rPr lang="en-US" sz="3200" b="1" dirty="0"/>
              <a:t>Acute lymphoblastic </a:t>
            </a:r>
            <a:r>
              <a:rPr lang="en-US" sz="3200" b="1" dirty="0" err="1"/>
              <a:t>leukaemia</a:t>
            </a:r>
            <a:r>
              <a:rPr lang="en-US" sz="3200" b="1" dirty="0"/>
              <a:t> (ALL)</a:t>
            </a:r>
          </a:p>
          <a:p>
            <a:pPr>
              <a:buFont typeface="Wingdings" panose="05000000000000000000" pitchFamily="2" charset="2"/>
              <a:buChar char="q"/>
            </a:pPr>
            <a:r>
              <a:rPr lang="en-US" sz="3200" b="1" dirty="0"/>
              <a:t> Metastatic lymph node cancer</a:t>
            </a:r>
          </a:p>
          <a:p>
            <a:pPr>
              <a:buFont typeface="Wingdings" panose="05000000000000000000" pitchFamily="2" charset="2"/>
              <a:buChar char="q"/>
            </a:pPr>
            <a:r>
              <a:rPr lang="en-US" sz="3200" b="1" dirty="0"/>
              <a:t>Reactive lymphadenopathy</a:t>
            </a:r>
          </a:p>
          <a:p>
            <a:pPr>
              <a:buFont typeface="Wingdings" panose="05000000000000000000" pitchFamily="2" charset="2"/>
              <a:buChar char="q"/>
            </a:pPr>
            <a:r>
              <a:rPr lang="en-US" sz="3200" b="1" dirty="0"/>
              <a:t> Castleman disease</a:t>
            </a:r>
          </a:p>
        </p:txBody>
      </p:sp>
    </p:spTree>
    <p:extLst>
      <p:ext uri="{BB962C8B-B14F-4D97-AF65-F5344CB8AC3E}">
        <p14:creationId xmlns:p14="http://schemas.microsoft.com/office/powerpoint/2010/main" val="214614981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1C25C-6DA3-61F9-36A4-9497AE66762F}"/>
              </a:ext>
            </a:extLst>
          </p:cNvPr>
          <p:cNvSpPr>
            <a:spLocks noGrp="1"/>
          </p:cNvSpPr>
          <p:nvPr>
            <p:ph type="title"/>
          </p:nvPr>
        </p:nvSpPr>
        <p:spPr/>
        <p:txBody>
          <a:bodyPr/>
          <a:lstStyle/>
          <a:p>
            <a:pPr algn="ctr"/>
            <a:r>
              <a:rPr lang="en-US" b="1" dirty="0">
                <a:solidFill>
                  <a:srgbClr val="FF0000"/>
                </a:solidFill>
              </a:rPr>
              <a:t>References </a:t>
            </a:r>
          </a:p>
        </p:txBody>
      </p:sp>
      <p:sp>
        <p:nvSpPr>
          <p:cNvPr id="3" name="Content Placeholder 2">
            <a:extLst>
              <a:ext uri="{FF2B5EF4-FFF2-40B4-BE49-F238E27FC236}">
                <a16:creationId xmlns:a16="http://schemas.microsoft.com/office/drawing/2014/main" id="{9AA79FAF-A7CA-FF18-22FB-E69176A47E11}"/>
              </a:ext>
            </a:extLst>
          </p:cNvPr>
          <p:cNvSpPr>
            <a:spLocks noGrp="1"/>
          </p:cNvSpPr>
          <p:nvPr>
            <p:ph idx="1"/>
          </p:nvPr>
        </p:nvSpPr>
        <p:spPr>
          <a:xfrm>
            <a:off x="449705" y="1454046"/>
            <a:ext cx="10904095" cy="5231567"/>
          </a:xfrm>
        </p:spPr>
        <p:txBody>
          <a:bodyPr>
            <a:normAutofit/>
          </a:bodyPr>
          <a:lstStyle/>
          <a:p>
            <a:pPr>
              <a:buFont typeface="Wingdings" panose="05000000000000000000" pitchFamily="2" charset="2"/>
              <a:buChar char="q"/>
            </a:pPr>
            <a:r>
              <a:rPr lang="en-US" sz="2800" b="1" dirty="0"/>
              <a:t>National Cancer Institute. (2025). Hodgkin lymphoma treatment (PDQ®): Patient version. National Institutes of Health.    NCI: Hodgkin Lymphoma Treatment⁠</a:t>
            </a:r>
          </a:p>
          <a:p>
            <a:pPr>
              <a:buFont typeface="Wingdings" panose="05000000000000000000" pitchFamily="2" charset="2"/>
              <a:buChar char="q"/>
            </a:pPr>
            <a:r>
              <a:rPr lang="en-US" sz="2800" b="1" dirty="0"/>
              <a:t> National Cancer Institute. (2025). Hodgkin lymphoma treatment (PDQ®): Health professional version. National Institutes of Health.    NCI: Health Professional Version⁠</a:t>
            </a:r>
          </a:p>
          <a:p>
            <a:pPr>
              <a:buFont typeface="Wingdings" panose="05000000000000000000" pitchFamily="2" charset="2"/>
              <a:buChar char="q"/>
            </a:pPr>
            <a:r>
              <a:rPr lang="en-US" sz="2800" b="1" dirty="0"/>
              <a:t> American Cancer Society. (2025). Hodgkin lymphoma.    American Cancer Society: Hodgkin Lymphoma⁠￼</a:t>
            </a:r>
          </a:p>
          <a:p>
            <a:pPr>
              <a:buFont typeface="Wingdings" panose="05000000000000000000" pitchFamily="2" charset="2"/>
              <a:buChar char="q"/>
            </a:pPr>
            <a:r>
              <a:rPr lang="en-US" sz="2800" b="1" dirty="0"/>
              <a:t> American Cancer Society. (2025). Tests for Hodgkin lymphoma.    American Cancer Society: Tests for Hodgkin Lymphoma⁠</a:t>
            </a:r>
          </a:p>
          <a:p>
            <a:pPr>
              <a:buFont typeface="Wingdings" panose="05000000000000000000" pitchFamily="2" charset="2"/>
              <a:buChar char="q"/>
            </a:pPr>
            <a:r>
              <a:rPr lang="en-US" sz="2800" b="1" dirty="0"/>
              <a:t> American Cancer Society. (2025). Signs and symptoms of Hodgkin lymphoma.    American Cancer Society: Signs and Symptoms⁠￼</a:t>
            </a:r>
          </a:p>
          <a:p>
            <a:pPr>
              <a:buFont typeface="Wingdings" panose="05000000000000000000" pitchFamily="2" charset="2"/>
              <a:buChar char="q"/>
            </a:pPr>
            <a:r>
              <a:rPr lang="en-US" sz="2800" b="1" dirty="0"/>
              <a:t>American Cancer Society. (2025). Treating Hodgkin lymphoma.</a:t>
            </a:r>
          </a:p>
        </p:txBody>
      </p:sp>
    </p:spTree>
    <p:extLst>
      <p:ext uri="{BB962C8B-B14F-4D97-AF65-F5344CB8AC3E}">
        <p14:creationId xmlns:p14="http://schemas.microsoft.com/office/powerpoint/2010/main" val="2202174108"/>
      </p:ext>
    </p:extLst>
  </p:cSld>
  <p:clrMapOvr>
    <a:masterClrMapping/>
  </p:clrMapOvr>
</p:sld>
</file>

<file path=ppt/theme/theme1.xml><?xml version="1.0" encoding="utf-8"?>
<a:theme xmlns:a="http://schemas.openxmlformats.org/drawingml/2006/main" name="Axis">
  <a:themeElements>
    <a:clrScheme name="Southwestern">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Custom 13">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xis" id="{2A75EA04-0AE5-4074-9538-7DA6C138DAE9}" vid="{E39B6906-D52F-4B95-B43C-27F512CB47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Axis</Template>
  <TotalTime>243</TotalTime>
  <Words>1223</Words>
  <Application>Microsoft Office PowerPoint</Application>
  <PresentationFormat>Widescreen</PresentationFormat>
  <Paragraphs>148</Paragraphs>
  <Slides>19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Neue Haas Grotesk Text Pro</vt:lpstr>
      <vt:lpstr>Wingdings</vt:lpstr>
      <vt:lpstr>Axis</vt:lpstr>
      <vt:lpstr>Presentation on Hodgkin’s lymphoma</vt:lpstr>
      <vt:lpstr>Presentation outlines</vt:lpstr>
      <vt:lpstr>INTRODUCTION</vt:lpstr>
      <vt:lpstr>PowerPoint Presentation</vt:lpstr>
      <vt:lpstr>DEFINITION</vt:lpstr>
      <vt:lpstr>AETIOLOGY </vt:lpstr>
      <vt:lpstr> CONT</vt:lpstr>
      <vt:lpstr> Pathophysiology</vt:lpstr>
      <vt:lpstr>PowerPoint Presentation</vt:lpstr>
      <vt:lpstr>Types </vt:lpstr>
      <vt:lpstr>Signs and symtoms </vt:lpstr>
      <vt:lpstr>Investigation </vt:lpstr>
      <vt:lpstr>Cont’n</vt:lpstr>
      <vt:lpstr>Medical/nursing management </vt:lpstr>
      <vt:lpstr>Nursing management </vt:lpstr>
      <vt:lpstr>Nursing diagnosis </vt:lpstr>
      <vt:lpstr>complications</vt:lpstr>
      <vt:lpstr>Differential Diagnosis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dembadad5@gmail.com</dc:creator>
  <cp:lastModifiedBy>Alves Bah</cp:lastModifiedBy>
  <cp:revision>12</cp:revision>
  <dcterms:created xsi:type="dcterms:W3CDTF">2026-09-01T20:39:50Z</dcterms:created>
  <dcterms:modified xsi:type="dcterms:W3CDTF">2026-09-30T08:11:51Z</dcterms:modified>
</cp:coreProperties>
</file>